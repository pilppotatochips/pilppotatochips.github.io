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8" r:id="rId2"/>
  </p:sldIdLst>
  <p:sldSz cx="21602700" cy="32404050"/>
  <p:notesSz cx="7315200" cy="9601200"/>
  <p:custDataLst>
    <p:tags r:id="rId4"/>
  </p:custDataLst>
  <p:defaultTextStyle>
    <a:defPPr>
      <a:defRPr lang="en-US"/>
    </a:defPPr>
    <a:lvl1pPr marL="0" algn="l" defTabSz="3086100" rtl="0" eaLnBrk="1" latinLnBrk="0" hangingPunct="1">
      <a:defRPr sz="6100" kern="1200">
        <a:solidFill>
          <a:schemeClr val="tx1"/>
        </a:solidFill>
        <a:latin typeface="+mn-lt"/>
        <a:ea typeface="+mn-ea"/>
        <a:cs typeface="+mn-cs"/>
      </a:defRPr>
    </a:lvl1pPr>
    <a:lvl2pPr marL="1543050" algn="l" defTabSz="3086100" rtl="0" eaLnBrk="1" latinLnBrk="0" hangingPunct="1">
      <a:defRPr sz="6100" kern="1200">
        <a:solidFill>
          <a:schemeClr val="tx1"/>
        </a:solidFill>
        <a:latin typeface="+mn-lt"/>
        <a:ea typeface="+mn-ea"/>
        <a:cs typeface="+mn-cs"/>
      </a:defRPr>
    </a:lvl2pPr>
    <a:lvl3pPr marL="3086100" algn="l" defTabSz="3086100" rtl="0" eaLnBrk="1" latinLnBrk="0" hangingPunct="1">
      <a:defRPr sz="6100" kern="1200">
        <a:solidFill>
          <a:schemeClr val="tx1"/>
        </a:solidFill>
        <a:latin typeface="+mn-lt"/>
        <a:ea typeface="+mn-ea"/>
        <a:cs typeface="+mn-cs"/>
      </a:defRPr>
    </a:lvl3pPr>
    <a:lvl4pPr marL="4629150" algn="l" defTabSz="3086100" rtl="0" eaLnBrk="1" latinLnBrk="0" hangingPunct="1">
      <a:defRPr sz="6100" kern="1200">
        <a:solidFill>
          <a:schemeClr val="tx1"/>
        </a:solidFill>
        <a:latin typeface="+mn-lt"/>
        <a:ea typeface="+mn-ea"/>
        <a:cs typeface="+mn-cs"/>
      </a:defRPr>
    </a:lvl4pPr>
    <a:lvl5pPr marL="6172200" algn="l" defTabSz="3086100" rtl="0" eaLnBrk="1" latinLnBrk="0" hangingPunct="1">
      <a:defRPr sz="6100" kern="1200">
        <a:solidFill>
          <a:schemeClr val="tx1"/>
        </a:solidFill>
        <a:latin typeface="+mn-lt"/>
        <a:ea typeface="+mn-ea"/>
        <a:cs typeface="+mn-cs"/>
      </a:defRPr>
    </a:lvl5pPr>
    <a:lvl6pPr marL="7715250" algn="l" defTabSz="3086100" rtl="0" eaLnBrk="1" latinLnBrk="0" hangingPunct="1">
      <a:defRPr sz="6100" kern="1200">
        <a:solidFill>
          <a:schemeClr val="tx1"/>
        </a:solidFill>
        <a:latin typeface="+mn-lt"/>
        <a:ea typeface="+mn-ea"/>
        <a:cs typeface="+mn-cs"/>
      </a:defRPr>
    </a:lvl6pPr>
    <a:lvl7pPr marL="9258300" algn="l" defTabSz="3086100" rtl="0" eaLnBrk="1" latinLnBrk="0" hangingPunct="1">
      <a:defRPr sz="6100" kern="1200">
        <a:solidFill>
          <a:schemeClr val="tx1"/>
        </a:solidFill>
        <a:latin typeface="+mn-lt"/>
        <a:ea typeface="+mn-ea"/>
        <a:cs typeface="+mn-cs"/>
      </a:defRPr>
    </a:lvl7pPr>
    <a:lvl8pPr marL="10801350" algn="l" defTabSz="3086100" rtl="0" eaLnBrk="1" latinLnBrk="0" hangingPunct="1">
      <a:defRPr sz="6100" kern="1200">
        <a:solidFill>
          <a:schemeClr val="tx1"/>
        </a:solidFill>
        <a:latin typeface="+mn-lt"/>
        <a:ea typeface="+mn-ea"/>
        <a:cs typeface="+mn-cs"/>
      </a:defRPr>
    </a:lvl8pPr>
    <a:lvl9pPr marL="12344400" algn="l" defTabSz="3086100" rtl="0" eaLnBrk="1" latinLnBrk="0" hangingPunct="1">
      <a:defRPr sz="6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816" userDrawn="1">
          <p15:clr>
            <a:srgbClr val="A4A3A4"/>
          </p15:clr>
        </p15:guide>
        <p15:guide id="2" pos="68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65D"/>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20" autoAdjust="0"/>
    <p:restoredTop sz="94629" autoAdjust="0"/>
  </p:normalViewPr>
  <p:slideViewPr>
    <p:cSldViewPr snapToObjects="1" showGuides="1">
      <p:cViewPr>
        <p:scale>
          <a:sx n="50" d="100"/>
          <a:sy n="50" d="100"/>
        </p:scale>
        <p:origin x="1024" y="-2036"/>
      </p:cViewPr>
      <p:guideLst>
        <p:guide orient="horz" pos="4816"/>
        <p:guide pos="6802"/>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CD2A0D6-440C-4BAE-ACA8-DD9D54A57F53}" type="datetimeFigureOut">
              <a:rPr lang="en-US" smtClean="0"/>
              <a:t>12/9/2025</a:t>
            </a:fld>
            <a:endParaRPr lang="en-US"/>
          </a:p>
        </p:txBody>
      </p:sp>
      <p:sp>
        <p:nvSpPr>
          <p:cNvPr id="4" name="Slide Image Placeholder 3"/>
          <p:cNvSpPr>
            <a:spLocks noGrp="1" noRot="1" noChangeAspect="1"/>
          </p:cNvSpPr>
          <p:nvPr>
            <p:ph type="sldImg" idx="2"/>
          </p:nvPr>
        </p:nvSpPr>
        <p:spPr>
          <a:xfrm>
            <a:off x="2457450" y="720725"/>
            <a:ext cx="24003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FDD19E95-24B6-46DF-A1C3-69A394D9B75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D19E95-24B6-46DF-A1C3-69A394D9B759}"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620203" y="10066261"/>
            <a:ext cx="18362295" cy="6945868"/>
          </a:xfrm>
        </p:spPr>
        <p:txBody>
          <a:bodyPr/>
          <a:lstStyle/>
          <a:p>
            <a:r>
              <a:rPr lang="zh-CN" altLang="en-US"/>
              <a:t>单击此处编辑母版标题样式</a:t>
            </a:r>
            <a:endParaRPr lang="en-US"/>
          </a:p>
        </p:txBody>
      </p:sp>
      <p:sp>
        <p:nvSpPr>
          <p:cNvPr id="3" name="副标题 2"/>
          <p:cNvSpPr>
            <a:spLocks noGrp="1"/>
          </p:cNvSpPr>
          <p:nvPr>
            <p:ph type="subTitle" idx="1"/>
          </p:nvPr>
        </p:nvSpPr>
        <p:spPr>
          <a:xfrm>
            <a:off x="3240405" y="18362295"/>
            <a:ext cx="15121890" cy="8281035"/>
          </a:xfrm>
        </p:spPr>
        <p:txBody>
          <a:bodyPr/>
          <a:lstStyle>
            <a:lvl1pPr marL="0" indent="0" algn="ctr">
              <a:buNone/>
              <a:defRPr>
                <a:solidFill>
                  <a:schemeClr val="tx1">
                    <a:tint val="75000"/>
                  </a:schemeClr>
                </a:solidFill>
              </a:defRPr>
            </a:lvl1pPr>
            <a:lvl2pPr marL="1543050" indent="0" algn="ctr">
              <a:buNone/>
              <a:defRPr>
                <a:solidFill>
                  <a:schemeClr val="tx1">
                    <a:tint val="75000"/>
                  </a:schemeClr>
                </a:solidFill>
              </a:defRPr>
            </a:lvl2pPr>
            <a:lvl3pPr marL="3086100" indent="0" algn="ctr">
              <a:buNone/>
              <a:defRPr>
                <a:solidFill>
                  <a:schemeClr val="tx1">
                    <a:tint val="75000"/>
                  </a:schemeClr>
                </a:solidFill>
              </a:defRPr>
            </a:lvl3pPr>
            <a:lvl4pPr marL="4629150" indent="0" algn="ctr">
              <a:buNone/>
              <a:defRPr>
                <a:solidFill>
                  <a:schemeClr val="tx1">
                    <a:tint val="75000"/>
                  </a:schemeClr>
                </a:solidFill>
              </a:defRPr>
            </a:lvl4pPr>
            <a:lvl5pPr marL="6172200" indent="0" algn="ctr">
              <a:buNone/>
              <a:defRPr>
                <a:solidFill>
                  <a:schemeClr val="tx1">
                    <a:tint val="75000"/>
                  </a:schemeClr>
                </a:solidFill>
              </a:defRPr>
            </a:lvl5pPr>
            <a:lvl6pPr marL="7715250" indent="0" algn="ctr">
              <a:buNone/>
              <a:defRPr>
                <a:solidFill>
                  <a:schemeClr val="tx1">
                    <a:tint val="75000"/>
                  </a:schemeClr>
                </a:solidFill>
              </a:defRPr>
            </a:lvl6pPr>
            <a:lvl7pPr marL="9258300" indent="0" algn="ctr">
              <a:buNone/>
              <a:defRPr>
                <a:solidFill>
                  <a:schemeClr val="tx1">
                    <a:tint val="75000"/>
                  </a:schemeClr>
                </a:solidFill>
              </a:defRPr>
            </a:lvl7pPr>
            <a:lvl8pPr marL="10801350" indent="0" algn="ctr">
              <a:buNone/>
              <a:defRPr>
                <a:solidFill>
                  <a:schemeClr val="tx1">
                    <a:tint val="75000"/>
                  </a:schemeClr>
                </a:solidFill>
              </a:defRPr>
            </a:lvl8pPr>
            <a:lvl9pPr marL="12344400" indent="0" algn="ctr">
              <a:buNone/>
              <a:defRPr>
                <a:solidFill>
                  <a:schemeClr val="tx1">
                    <a:tint val="75000"/>
                  </a:schemeClr>
                </a:solidFill>
              </a:defRPr>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4F983748-E03C-485D-816E-74B96F21D274}" type="datetimeFigureOut">
              <a:rPr lang="en-US" smtClean="0"/>
              <a:t>12/9/2025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p>
            <a:fld id="{4F983748-E03C-485D-816E-74B96F21D274}" type="datetimeFigureOut">
              <a:rPr lang="en-US" smtClean="0"/>
              <a:t>12/9/2025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706464" y="20822605"/>
            <a:ext cx="18362295" cy="6435804"/>
          </a:xfrm>
        </p:spPr>
        <p:txBody>
          <a:bodyPr anchor="t"/>
          <a:lstStyle>
            <a:lvl1pPr algn="l">
              <a:defRPr sz="13500" b="1" cap="all"/>
            </a:lvl1pPr>
          </a:lstStyle>
          <a:p>
            <a:r>
              <a:rPr lang="zh-CN" altLang="en-US"/>
              <a:t>单击此处编辑母版标题样式</a:t>
            </a:r>
            <a:endParaRPr lang="en-US"/>
          </a:p>
        </p:txBody>
      </p:sp>
      <p:sp>
        <p:nvSpPr>
          <p:cNvPr id="3" name="文本占位符 2"/>
          <p:cNvSpPr>
            <a:spLocks noGrp="1"/>
          </p:cNvSpPr>
          <p:nvPr>
            <p:ph type="body" idx="1"/>
          </p:nvPr>
        </p:nvSpPr>
        <p:spPr>
          <a:xfrm>
            <a:off x="1706464" y="13734221"/>
            <a:ext cx="18362295" cy="7088384"/>
          </a:xfrm>
        </p:spPr>
        <p:txBody>
          <a:bodyPr anchor="b"/>
          <a:lstStyle>
            <a:lvl1pPr marL="0" indent="0">
              <a:buNone/>
              <a:defRPr sz="6800">
                <a:solidFill>
                  <a:schemeClr val="tx1">
                    <a:tint val="75000"/>
                  </a:schemeClr>
                </a:solidFill>
              </a:defRPr>
            </a:lvl1pPr>
            <a:lvl2pPr marL="1543050" indent="0">
              <a:buNone/>
              <a:defRPr sz="6100">
                <a:solidFill>
                  <a:schemeClr val="tx1">
                    <a:tint val="75000"/>
                  </a:schemeClr>
                </a:solidFill>
              </a:defRPr>
            </a:lvl2pPr>
            <a:lvl3pPr marL="3086100" indent="0">
              <a:buNone/>
              <a:defRPr sz="5400">
                <a:solidFill>
                  <a:schemeClr val="tx1">
                    <a:tint val="75000"/>
                  </a:schemeClr>
                </a:solidFill>
              </a:defRPr>
            </a:lvl3pPr>
            <a:lvl4pPr marL="4629150" indent="0">
              <a:buNone/>
              <a:defRPr sz="4700">
                <a:solidFill>
                  <a:schemeClr val="tx1">
                    <a:tint val="75000"/>
                  </a:schemeClr>
                </a:solidFill>
              </a:defRPr>
            </a:lvl4pPr>
            <a:lvl5pPr marL="6172200" indent="0">
              <a:buNone/>
              <a:defRPr sz="4700">
                <a:solidFill>
                  <a:schemeClr val="tx1">
                    <a:tint val="75000"/>
                  </a:schemeClr>
                </a:solidFill>
              </a:defRPr>
            </a:lvl5pPr>
            <a:lvl6pPr marL="7715250" indent="0">
              <a:buNone/>
              <a:defRPr sz="4700">
                <a:solidFill>
                  <a:schemeClr val="tx1">
                    <a:tint val="75000"/>
                  </a:schemeClr>
                </a:solidFill>
              </a:defRPr>
            </a:lvl6pPr>
            <a:lvl7pPr marL="9258300" indent="0">
              <a:buNone/>
              <a:defRPr sz="4700">
                <a:solidFill>
                  <a:schemeClr val="tx1">
                    <a:tint val="75000"/>
                  </a:schemeClr>
                </a:solidFill>
              </a:defRPr>
            </a:lvl7pPr>
            <a:lvl8pPr marL="10801350" indent="0">
              <a:buNone/>
              <a:defRPr sz="4700">
                <a:solidFill>
                  <a:schemeClr val="tx1">
                    <a:tint val="75000"/>
                  </a:schemeClr>
                </a:solidFill>
              </a:defRPr>
            </a:lvl8pPr>
            <a:lvl9pPr marL="12344400" indent="0">
              <a:buNone/>
              <a:defRPr sz="47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F983748-E03C-485D-816E-74B96F21D274}" type="datetimeFigureOut">
              <a:rPr lang="en-US" smtClean="0"/>
              <a:t>12/9/2025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2550319" y="35726968"/>
            <a:ext cx="22787848" cy="101045127"/>
          </a:xfrm>
        </p:spPr>
        <p:txBody>
          <a:bodyPr/>
          <a:lstStyle>
            <a:lvl1pPr>
              <a:defRPr sz="9500"/>
            </a:lvl1pPr>
            <a:lvl2pPr>
              <a:defRPr sz="8100"/>
            </a:lvl2pPr>
            <a:lvl3pPr>
              <a:defRPr sz="6800"/>
            </a:lvl3pPr>
            <a:lvl4pPr>
              <a:defRPr sz="6100"/>
            </a:lvl4pPr>
            <a:lvl5pPr>
              <a:defRPr sz="6100"/>
            </a:lvl5pPr>
            <a:lvl6pPr>
              <a:defRPr sz="6100"/>
            </a:lvl6pPr>
            <a:lvl7pPr>
              <a:defRPr sz="6100"/>
            </a:lvl7pPr>
            <a:lvl8pPr>
              <a:defRPr sz="6100"/>
            </a:lvl8pPr>
            <a:lvl9pPr>
              <a:defRPr sz="6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25698212" y="35726968"/>
            <a:ext cx="22787848" cy="101045127"/>
          </a:xfrm>
        </p:spPr>
        <p:txBody>
          <a:bodyPr/>
          <a:lstStyle>
            <a:lvl1pPr>
              <a:defRPr sz="9500"/>
            </a:lvl1pPr>
            <a:lvl2pPr>
              <a:defRPr sz="8100"/>
            </a:lvl2pPr>
            <a:lvl3pPr>
              <a:defRPr sz="6800"/>
            </a:lvl3pPr>
            <a:lvl4pPr>
              <a:defRPr sz="6100"/>
            </a:lvl4pPr>
            <a:lvl5pPr>
              <a:defRPr sz="6100"/>
            </a:lvl5pPr>
            <a:lvl6pPr>
              <a:defRPr sz="6100"/>
            </a:lvl6pPr>
            <a:lvl7pPr>
              <a:defRPr sz="6100"/>
            </a:lvl7pPr>
            <a:lvl8pPr>
              <a:defRPr sz="6100"/>
            </a:lvl8pPr>
            <a:lvl9pPr>
              <a:defRPr sz="6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p:cNvSpPr>
            <a:spLocks noGrp="1"/>
          </p:cNvSpPr>
          <p:nvPr>
            <p:ph type="dt" sz="half" idx="10"/>
          </p:nvPr>
        </p:nvSpPr>
        <p:spPr/>
        <p:txBody>
          <a:bodyPr/>
          <a:lstStyle/>
          <a:p>
            <a:fld id="{4F983748-E03C-485D-816E-74B96F21D274}" type="datetimeFigureOut">
              <a:rPr lang="en-US" smtClean="0"/>
              <a:t>12/9/2025</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080135" y="1297665"/>
            <a:ext cx="19442430" cy="5400675"/>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1080135" y="7253409"/>
            <a:ext cx="9544944" cy="3022875"/>
          </a:xfrm>
        </p:spPr>
        <p:txBody>
          <a:bodyPr anchor="b"/>
          <a:lstStyle>
            <a:lvl1pPr marL="0" indent="0">
              <a:buNone/>
              <a:defRPr sz="8100" b="1"/>
            </a:lvl1pPr>
            <a:lvl2pPr marL="1543050" indent="0">
              <a:buNone/>
              <a:defRPr sz="6800" b="1"/>
            </a:lvl2pPr>
            <a:lvl3pPr marL="3086100" indent="0">
              <a:buNone/>
              <a:defRPr sz="6100" b="1"/>
            </a:lvl3pPr>
            <a:lvl4pPr marL="4629150" indent="0">
              <a:buNone/>
              <a:defRPr sz="5400" b="1"/>
            </a:lvl4pPr>
            <a:lvl5pPr marL="6172200" indent="0">
              <a:buNone/>
              <a:defRPr sz="5400" b="1"/>
            </a:lvl5pPr>
            <a:lvl6pPr marL="7715250" indent="0">
              <a:buNone/>
              <a:defRPr sz="5400" b="1"/>
            </a:lvl6pPr>
            <a:lvl7pPr marL="9258300" indent="0">
              <a:buNone/>
              <a:defRPr sz="5400" b="1"/>
            </a:lvl7pPr>
            <a:lvl8pPr marL="10801350" indent="0">
              <a:buNone/>
              <a:defRPr sz="5400" b="1"/>
            </a:lvl8pPr>
            <a:lvl9pPr marL="12344400" indent="0">
              <a:buNone/>
              <a:defRPr sz="5400" b="1"/>
            </a:lvl9pPr>
          </a:lstStyle>
          <a:p>
            <a:pPr lvl="0"/>
            <a:r>
              <a:rPr lang="zh-CN" altLang="en-US"/>
              <a:t>单击此处编辑母版文本样式</a:t>
            </a:r>
          </a:p>
        </p:txBody>
      </p:sp>
      <p:sp>
        <p:nvSpPr>
          <p:cNvPr id="4" name="内容占位符 3"/>
          <p:cNvSpPr>
            <a:spLocks noGrp="1"/>
          </p:cNvSpPr>
          <p:nvPr>
            <p:ph sz="half" idx="2"/>
          </p:nvPr>
        </p:nvSpPr>
        <p:spPr>
          <a:xfrm>
            <a:off x="1080135" y="10276284"/>
            <a:ext cx="9544944" cy="18669836"/>
          </a:xfrm>
        </p:spPr>
        <p:txBody>
          <a:bodyPr/>
          <a:lstStyle>
            <a:lvl1pPr>
              <a:defRPr sz="8100"/>
            </a:lvl1pPr>
            <a:lvl2pPr>
              <a:defRPr sz="6800"/>
            </a:lvl2pPr>
            <a:lvl3pPr>
              <a:defRPr sz="6100"/>
            </a:lvl3pPr>
            <a:lvl4pPr>
              <a:defRPr sz="5400"/>
            </a:lvl4pPr>
            <a:lvl5pPr>
              <a:defRPr sz="5400"/>
            </a:lvl5pPr>
            <a:lvl6pPr>
              <a:defRPr sz="5400"/>
            </a:lvl6pPr>
            <a:lvl7pPr>
              <a:defRPr sz="5400"/>
            </a:lvl7pPr>
            <a:lvl8pPr>
              <a:defRPr sz="5400"/>
            </a:lvl8pPr>
            <a:lvl9pPr>
              <a:defRPr sz="5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10973873" y="7253409"/>
            <a:ext cx="9548693" cy="3022875"/>
          </a:xfrm>
        </p:spPr>
        <p:txBody>
          <a:bodyPr anchor="b"/>
          <a:lstStyle>
            <a:lvl1pPr marL="0" indent="0">
              <a:buNone/>
              <a:defRPr sz="8100" b="1"/>
            </a:lvl1pPr>
            <a:lvl2pPr marL="1543050" indent="0">
              <a:buNone/>
              <a:defRPr sz="6800" b="1"/>
            </a:lvl2pPr>
            <a:lvl3pPr marL="3086100" indent="0">
              <a:buNone/>
              <a:defRPr sz="6100" b="1"/>
            </a:lvl3pPr>
            <a:lvl4pPr marL="4629150" indent="0">
              <a:buNone/>
              <a:defRPr sz="5400" b="1"/>
            </a:lvl4pPr>
            <a:lvl5pPr marL="6172200" indent="0">
              <a:buNone/>
              <a:defRPr sz="5400" b="1"/>
            </a:lvl5pPr>
            <a:lvl6pPr marL="7715250" indent="0">
              <a:buNone/>
              <a:defRPr sz="5400" b="1"/>
            </a:lvl6pPr>
            <a:lvl7pPr marL="9258300" indent="0">
              <a:buNone/>
              <a:defRPr sz="5400" b="1"/>
            </a:lvl7pPr>
            <a:lvl8pPr marL="10801350" indent="0">
              <a:buNone/>
              <a:defRPr sz="5400" b="1"/>
            </a:lvl8pPr>
            <a:lvl9pPr marL="12344400" indent="0">
              <a:buNone/>
              <a:defRPr sz="5400" b="1"/>
            </a:lvl9pPr>
          </a:lstStyle>
          <a:p>
            <a:pPr lvl="0"/>
            <a:r>
              <a:rPr lang="zh-CN" altLang="en-US"/>
              <a:t>单击此处编辑母版文本样式</a:t>
            </a:r>
          </a:p>
        </p:txBody>
      </p:sp>
      <p:sp>
        <p:nvSpPr>
          <p:cNvPr id="6" name="内容占位符 5"/>
          <p:cNvSpPr>
            <a:spLocks noGrp="1"/>
          </p:cNvSpPr>
          <p:nvPr>
            <p:ph sz="quarter" idx="4"/>
          </p:nvPr>
        </p:nvSpPr>
        <p:spPr>
          <a:xfrm>
            <a:off x="10973873" y="10276284"/>
            <a:ext cx="9548693" cy="18669836"/>
          </a:xfrm>
        </p:spPr>
        <p:txBody>
          <a:bodyPr/>
          <a:lstStyle>
            <a:lvl1pPr>
              <a:defRPr sz="8100"/>
            </a:lvl1pPr>
            <a:lvl2pPr>
              <a:defRPr sz="6800"/>
            </a:lvl2pPr>
            <a:lvl3pPr>
              <a:defRPr sz="6100"/>
            </a:lvl3pPr>
            <a:lvl4pPr>
              <a:defRPr sz="5400"/>
            </a:lvl4pPr>
            <a:lvl5pPr>
              <a:defRPr sz="5400"/>
            </a:lvl5pPr>
            <a:lvl6pPr>
              <a:defRPr sz="5400"/>
            </a:lvl6pPr>
            <a:lvl7pPr>
              <a:defRPr sz="5400"/>
            </a:lvl7pPr>
            <a:lvl8pPr>
              <a:defRPr sz="5400"/>
            </a:lvl8pPr>
            <a:lvl9pPr>
              <a:defRPr sz="5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p:cNvSpPr>
            <a:spLocks noGrp="1"/>
          </p:cNvSpPr>
          <p:nvPr>
            <p:ph type="dt" sz="half" idx="10"/>
          </p:nvPr>
        </p:nvSpPr>
        <p:spPr/>
        <p:txBody>
          <a:bodyPr/>
          <a:lstStyle/>
          <a:p>
            <a:fld id="{4F983748-E03C-485D-816E-74B96F21D274}" type="datetimeFigureOut">
              <a:rPr lang="en-US" smtClean="0"/>
              <a:t>12/9/2025</a:t>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4F983748-E03C-485D-816E-74B96F21D274}" type="datetimeFigureOut">
              <a:rPr lang="en-US" smtClean="0"/>
              <a:t>12/9/2025</a:t>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F983748-E03C-485D-816E-74B96F21D274}" type="datetimeFigureOut">
              <a:rPr lang="en-US" smtClean="0"/>
              <a:t>12/9/2025</a:t>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080136" y="1290161"/>
            <a:ext cx="7107139" cy="5490686"/>
          </a:xfrm>
        </p:spPr>
        <p:txBody>
          <a:bodyPr anchor="b"/>
          <a:lstStyle>
            <a:lvl1pPr algn="l">
              <a:defRPr sz="6800" b="1"/>
            </a:lvl1pPr>
          </a:lstStyle>
          <a:p>
            <a:r>
              <a:rPr lang="zh-CN" altLang="en-US"/>
              <a:t>单击此处编辑母版标题样式</a:t>
            </a:r>
            <a:endParaRPr lang="en-US"/>
          </a:p>
        </p:txBody>
      </p:sp>
      <p:sp>
        <p:nvSpPr>
          <p:cNvPr id="3" name="内容占位符 2"/>
          <p:cNvSpPr>
            <a:spLocks noGrp="1"/>
          </p:cNvSpPr>
          <p:nvPr>
            <p:ph idx="1"/>
          </p:nvPr>
        </p:nvSpPr>
        <p:spPr>
          <a:xfrm>
            <a:off x="8446056" y="1290164"/>
            <a:ext cx="12076509" cy="27655959"/>
          </a:xfrm>
        </p:spPr>
        <p:txBody>
          <a:bodyPr/>
          <a:lstStyle>
            <a:lvl1pPr>
              <a:defRPr sz="10800"/>
            </a:lvl1pPr>
            <a:lvl2pPr>
              <a:defRPr sz="9500"/>
            </a:lvl2pPr>
            <a:lvl3pPr>
              <a:defRPr sz="8100"/>
            </a:lvl3pPr>
            <a:lvl4pPr>
              <a:defRPr sz="6800"/>
            </a:lvl4pPr>
            <a:lvl5pPr>
              <a:defRPr sz="6800"/>
            </a:lvl5pPr>
            <a:lvl6pPr>
              <a:defRPr sz="6800"/>
            </a:lvl6pPr>
            <a:lvl7pPr>
              <a:defRPr sz="6800"/>
            </a:lvl7pPr>
            <a:lvl8pPr>
              <a:defRPr sz="6800"/>
            </a:lvl8pPr>
            <a:lvl9pPr>
              <a:defRPr sz="6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1080136" y="6780850"/>
            <a:ext cx="7107139" cy="22165273"/>
          </a:xfrm>
        </p:spPr>
        <p:txBody>
          <a:bodyPr/>
          <a:lstStyle>
            <a:lvl1pPr marL="0" indent="0">
              <a:buNone/>
              <a:defRPr sz="4700"/>
            </a:lvl1pPr>
            <a:lvl2pPr marL="1543050" indent="0">
              <a:buNone/>
              <a:defRPr sz="4100"/>
            </a:lvl2pPr>
            <a:lvl3pPr marL="3086100" indent="0">
              <a:buNone/>
              <a:defRPr sz="3400"/>
            </a:lvl3pPr>
            <a:lvl4pPr marL="4629150" indent="0">
              <a:buNone/>
              <a:defRPr sz="3000"/>
            </a:lvl4pPr>
            <a:lvl5pPr marL="6172200" indent="0">
              <a:buNone/>
              <a:defRPr sz="3000"/>
            </a:lvl5pPr>
            <a:lvl6pPr marL="7715250" indent="0">
              <a:buNone/>
              <a:defRPr sz="3000"/>
            </a:lvl6pPr>
            <a:lvl7pPr marL="9258300" indent="0">
              <a:buNone/>
              <a:defRPr sz="3000"/>
            </a:lvl7pPr>
            <a:lvl8pPr marL="10801350" indent="0">
              <a:buNone/>
              <a:defRPr sz="3000"/>
            </a:lvl8pPr>
            <a:lvl9pPr marL="12344400" indent="0">
              <a:buNone/>
              <a:defRPr sz="3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983748-E03C-485D-816E-74B96F21D274}" type="datetimeFigureOut">
              <a:rPr lang="en-US" smtClean="0"/>
              <a:t>12/9/2025</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4234280" y="22682835"/>
            <a:ext cx="12961620" cy="2677837"/>
          </a:xfrm>
        </p:spPr>
        <p:txBody>
          <a:bodyPr anchor="b"/>
          <a:lstStyle>
            <a:lvl1pPr algn="l">
              <a:defRPr sz="6800" b="1"/>
            </a:lvl1pPr>
          </a:lstStyle>
          <a:p>
            <a:r>
              <a:rPr lang="zh-CN" altLang="en-US"/>
              <a:t>单击此处编辑母版标题样式</a:t>
            </a:r>
            <a:endParaRPr lang="en-US"/>
          </a:p>
        </p:txBody>
      </p:sp>
      <p:sp>
        <p:nvSpPr>
          <p:cNvPr id="3" name="图片占位符 2"/>
          <p:cNvSpPr>
            <a:spLocks noGrp="1"/>
          </p:cNvSpPr>
          <p:nvPr>
            <p:ph type="pic" idx="1"/>
          </p:nvPr>
        </p:nvSpPr>
        <p:spPr>
          <a:xfrm>
            <a:off x="4234280" y="2895362"/>
            <a:ext cx="12961620" cy="19442430"/>
          </a:xfrm>
        </p:spPr>
        <p:txBody>
          <a:bodyPr/>
          <a:lstStyle>
            <a:lvl1pPr marL="0" indent="0">
              <a:buNone/>
              <a:defRPr sz="10800"/>
            </a:lvl1pPr>
            <a:lvl2pPr marL="1543050" indent="0">
              <a:buNone/>
              <a:defRPr sz="9500"/>
            </a:lvl2pPr>
            <a:lvl3pPr marL="3086100" indent="0">
              <a:buNone/>
              <a:defRPr sz="8100"/>
            </a:lvl3pPr>
            <a:lvl4pPr marL="4629150" indent="0">
              <a:buNone/>
              <a:defRPr sz="6800"/>
            </a:lvl4pPr>
            <a:lvl5pPr marL="6172200" indent="0">
              <a:buNone/>
              <a:defRPr sz="6800"/>
            </a:lvl5pPr>
            <a:lvl6pPr marL="7715250" indent="0">
              <a:buNone/>
              <a:defRPr sz="6800"/>
            </a:lvl6pPr>
            <a:lvl7pPr marL="9258300" indent="0">
              <a:buNone/>
              <a:defRPr sz="6800"/>
            </a:lvl7pPr>
            <a:lvl8pPr marL="10801350" indent="0">
              <a:buNone/>
              <a:defRPr sz="6800"/>
            </a:lvl8pPr>
            <a:lvl9pPr marL="12344400" indent="0">
              <a:buNone/>
              <a:defRPr sz="6800"/>
            </a:lvl9pPr>
          </a:lstStyle>
          <a:p>
            <a:endParaRPr lang="en-US"/>
          </a:p>
        </p:txBody>
      </p:sp>
      <p:sp>
        <p:nvSpPr>
          <p:cNvPr id="4" name="文本占位符 3"/>
          <p:cNvSpPr>
            <a:spLocks noGrp="1"/>
          </p:cNvSpPr>
          <p:nvPr>
            <p:ph type="body" sz="half" idx="2"/>
          </p:nvPr>
        </p:nvSpPr>
        <p:spPr>
          <a:xfrm>
            <a:off x="4234280" y="25360672"/>
            <a:ext cx="12961620" cy="3802973"/>
          </a:xfrm>
        </p:spPr>
        <p:txBody>
          <a:bodyPr/>
          <a:lstStyle>
            <a:lvl1pPr marL="0" indent="0">
              <a:buNone/>
              <a:defRPr sz="4700"/>
            </a:lvl1pPr>
            <a:lvl2pPr marL="1543050" indent="0">
              <a:buNone/>
              <a:defRPr sz="4100"/>
            </a:lvl2pPr>
            <a:lvl3pPr marL="3086100" indent="0">
              <a:buNone/>
              <a:defRPr sz="3400"/>
            </a:lvl3pPr>
            <a:lvl4pPr marL="4629150" indent="0">
              <a:buNone/>
              <a:defRPr sz="3000"/>
            </a:lvl4pPr>
            <a:lvl5pPr marL="6172200" indent="0">
              <a:buNone/>
              <a:defRPr sz="3000"/>
            </a:lvl5pPr>
            <a:lvl6pPr marL="7715250" indent="0">
              <a:buNone/>
              <a:defRPr sz="3000"/>
            </a:lvl6pPr>
            <a:lvl7pPr marL="9258300" indent="0">
              <a:buNone/>
              <a:defRPr sz="3000"/>
            </a:lvl7pPr>
            <a:lvl8pPr marL="10801350" indent="0">
              <a:buNone/>
              <a:defRPr sz="3000"/>
            </a:lvl8pPr>
            <a:lvl9pPr marL="12344400" indent="0">
              <a:buNone/>
              <a:defRPr sz="3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983748-E03C-485D-816E-74B96F21D274}" type="datetimeFigureOut">
              <a:rPr lang="en-US" smtClean="0"/>
              <a:t>12/9/2025</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p>
            <a:fld id="{4F983748-E03C-485D-816E-74B96F21D274}" type="datetimeFigureOut">
              <a:rPr lang="en-US" smtClean="0"/>
              <a:t>12/9/2025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7002126" y="6128271"/>
            <a:ext cx="11483935" cy="130643826"/>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2550320" y="6128271"/>
            <a:ext cx="34091761" cy="13064382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p>
            <a:fld id="{4F983748-E03C-485D-816E-74B96F21D274}" type="datetimeFigureOut">
              <a:rPr lang="en-US" smtClean="0"/>
              <a:t>12/9/2025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76580BB3-141D-4914-84F9-D3B6B6CF357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080135" y="1297665"/>
            <a:ext cx="19442430" cy="5400675"/>
          </a:xfrm>
          <a:prstGeom prst="rect">
            <a:avLst/>
          </a:prstGeom>
        </p:spPr>
        <p:txBody>
          <a:bodyPr vert="horz" lIns="308610" tIns="154305" rIns="308610" bIns="154305"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1080135" y="7560947"/>
            <a:ext cx="19442430" cy="21385175"/>
          </a:xfrm>
          <a:prstGeom prst="rect">
            <a:avLst/>
          </a:prstGeom>
        </p:spPr>
        <p:txBody>
          <a:bodyPr vert="horz" lIns="308610" tIns="154305" rIns="308610" bIns="154305"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2"/>
          </p:nvPr>
        </p:nvSpPr>
        <p:spPr>
          <a:xfrm>
            <a:off x="1080135" y="30033756"/>
            <a:ext cx="5040630" cy="1725216"/>
          </a:xfrm>
          <a:prstGeom prst="rect">
            <a:avLst/>
          </a:prstGeom>
        </p:spPr>
        <p:txBody>
          <a:bodyPr vert="horz" lIns="308610" tIns="154305" rIns="308610" bIns="154305" rtlCol="0" anchor="ctr"/>
          <a:lstStyle>
            <a:lvl1pPr algn="l">
              <a:defRPr sz="4100">
                <a:solidFill>
                  <a:schemeClr val="tx1">
                    <a:tint val="75000"/>
                  </a:schemeClr>
                </a:solidFill>
              </a:defRPr>
            </a:lvl1pPr>
          </a:lstStyle>
          <a:p>
            <a:fld id="{4F983748-E03C-485D-816E-74B96F21D274}" type="datetimeFigureOut">
              <a:rPr lang="en-US" smtClean="0"/>
              <a:t>12/9/2025</a:t>
            </a:fld>
            <a:endParaRPr lang="en-US"/>
          </a:p>
        </p:txBody>
      </p:sp>
      <p:sp>
        <p:nvSpPr>
          <p:cNvPr id="5" name="页脚占位符 4"/>
          <p:cNvSpPr>
            <a:spLocks noGrp="1"/>
          </p:cNvSpPr>
          <p:nvPr>
            <p:ph type="ftr" sz="quarter" idx="3"/>
          </p:nvPr>
        </p:nvSpPr>
        <p:spPr>
          <a:xfrm>
            <a:off x="7380923" y="30033756"/>
            <a:ext cx="6840855" cy="1725216"/>
          </a:xfrm>
          <a:prstGeom prst="rect">
            <a:avLst/>
          </a:prstGeom>
        </p:spPr>
        <p:txBody>
          <a:bodyPr vert="horz" lIns="308610" tIns="154305" rIns="308610" bIns="154305" rtlCol="0" anchor="ctr"/>
          <a:lstStyle>
            <a:lvl1pPr algn="ctr">
              <a:defRPr sz="4100">
                <a:solidFill>
                  <a:schemeClr val="tx1">
                    <a:tint val="75000"/>
                  </a:schemeClr>
                </a:solidFill>
              </a:defRPr>
            </a:lvl1pPr>
          </a:lstStyle>
          <a:p>
            <a:endParaRPr lang="en-US"/>
          </a:p>
        </p:txBody>
      </p:sp>
      <p:sp>
        <p:nvSpPr>
          <p:cNvPr id="6" name="灯片编号占位符 5"/>
          <p:cNvSpPr>
            <a:spLocks noGrp="1"/>
          </p:cNvSpPr>
          <p:nvPr>
            <p:ph type="sldNum" sz="quarter" idx="4"/>
          </p:nvPr>
        </p:nvSpPr>
        <p:spPr>
          <a:xfrm>
            <a:off x="15481935" y="30033756"/>
            <a:ext cx="5040630" cy="1725216"/>
          </a:xfrm>
          <a:prstGeom prst="rect">
            <a:avLst/>
          </a:prstGeom>
        </p:spPr>
        <p:txBody>
          <a:bodyPr vert="horz" lIns="308610" tIns="154305" rIns="308610" bIns="154305" rtlCol="0" anchor="ctr"/>
          <a:lstStyle>
            <a:lvl1pPr algn="r">
              <a:defRPr sz="4100">
                <a:solidFill>
                  <a:schemeClr val="tx1">
                    <a:tint val="75000"/>
                  </a:schemeClr>
                </a:solidFill>
              </a:defRPr>
            </a:lvl1pPr>
          </a:lstStyle>
          <a:p>
            <a:fld id="{76580BB3-141D-4914-84F9-D3B6B6CF357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086100" rtl="0" eaLnBrk="1" latinLnBrk="0" hangingPunct="1">
        <a:spcBef>
          <a:spcPct val="0"/>
        </a:spcBef>
        <a:buNone/>
        <a:defRPr sz="14900" kern="1200">
          <a:solidFill>
            <a:schemeClr val="tx1"/>
          </a:solidFill>
          <a:latin typeface="+mj-lt"/>
          <a:ea typeface="+mj-ea"/>
          <a:cs typeface="+mj-cs"/>
        </a:defRPr>
      </a:lvl1pPr>
    </p:titleStyle>
    <p:bodyStyle>
      <a:lvl1pPr marL="1157605" indent="-1157605" algn="l" defTabSz="3086100" rtl="0" eaLnBrk="1" latinLnBrk="0" hangingPunct="1">
        <a:spcBef>
          <a:spcPct val="20000"/>
        </a:spcBef>
        <a:buFont typeface="Arial" panose="020B0604020202020204" pitchFamily="34" charset="0"/>
        <a:buChar char="•"/>
        <a:defRPr sz="10800" kern="1200">
          <a:solidFill>
            <a:schemeClr val="tx1"/>
          </a:solidFill>
          <a:latin typeface="+mn-lt"/>
          <a:ea typeface="+mn-ea"/>
          <a:cs typeface="+mn-cs"/>
        </a:defRPr>
      </a:lvl1pPr>
      <a:lvl2pPr marL="2507615" indent="-964565" algn="l" defTabSz="3086100"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2pPr>
      <a:lvl3pPr marL="3857625" indent="-771525" algn="l" defTabSz="3086100" rtl="0" eaLnBrk="1" latinLnBrk="0" hangingPunct="1">
        <a:spcBef>
          <a:spcPct val="20000"/>
        </a:spcBef>
        <a:buFont typeface="Arial" panose="020B0604020202020204" pitchFamily="34" charset="0"/>
        <a:buChar char="•"/>
        <a:defRPr sz="8100" kern="1200">
          <a:solidFill>
            <a:schemeClr val="tx1"/>
          </a:solidFill>
          <a:latin typeface="+mn-lt"/>
          <a:ea typeface="+mn-ea"/>
          <a:cs typeface="+mn-cs"/>
        </a:defRPr>
      </a:lvl3pPr>
      <a:lvl4pPr marL="5400675" indent="-771525" algn="l" defTabSz="3086100" rtl="0" eaLnBrk="1" latinLnBrk="0" hangingPunct="1">
        <a:spcBef>
          <a:spcPct val="20000"/>
        </a:spcBef>
        <a:buFont typeface="Arial" panose="020B0604020202020204" pitchFamily="34" charset="0"/>
        <a:buChar char="–"/>
        <a:defRPr sz="6800" kern="1200">
          <a:solidFill>
            <a:schemeClr val="tx1"/>
          </a:solidFill>
          <a:latin typeface="+mn-lt"/>
          <a:ea typeface="+mn-ea"/>
          <a:cs typeface="+mn-cs"/>
        </a:defRPr>
      </a:lvl4pPr>
      <a:lvl5pPr marL="6943725" indent="-771525" algn="l" defTabSz="3086100" rtl="0" eaLnBrk="1" latinLnBrk="0" hangingPunct="1">
        <a:spcBef>
          <a:spcPct val="20000"/>
        </a:spcBef>
        <a:buFont typeface="Arial" panose="020B0604020202020204" pitchFamily="34" charset="0"/>
        <a:buChar char="»"/>
        <a:defRPr sz="6800" kern="1200">
          <a:solidFill>
            <a:schemeClr val="tx1"/>
          </a:solidFill>
          <a:latin typeface="+mn-lt"/>
          <a:ea typeface="+mn-ea"/>
          <a:cs typeface="+mn-cs"/>
        </a:defRPr>
      </a:lvl5pPr>
      <a:lvl6pPr marL="8486775" indent="-771525" algn="l" defTabSz="3086100" rtl="0" eaLnBrk="1" latinLnBrk="0" hangingPunct="1">
        <a:spcBef>
          <a:spcPct val="20000"/>
        </a:spcBef>
        <a:buFont typeface="Arial" panose="020B0604020202020204" pitchFamily="34" charset="0"/>
        <a:buChar char="•"/>
        <a:defRPr sz="6800" kern="1200">
          <a:solidFill>
            <a:schemeClr val="tx1"/>
          </a:solidFill>
          <a:latin typeface="+mn-lt"/>
          <a:ea typeface="+mn-ea"/>
          <a:cs typeface="+mn-cs"/>
        </a:defRPr>
      </a:lvl6pPr>
      <a:lvl7pPr marL="10029825" indent="-771525" algn="l" defTabSz="3086100" rtl="0" eaLnBrk="1" latinLnBrk="0" hangingPunct="1">
        <a:spcBef>
          <a:spcPct val="20000"/>
        </a:spcBef>
        <a:buFont typeface="Arial" panose="020B0604020202020204" pitchFamily="34" charset="0"/>
        <a:buChar char="•"/>
        <a:defRPr sz="6800" kern="1200">
          <a:solidFill>
            <a:schemeClr val="tx1"/>
          </a:solidFill>
          <a:latin typeface="+mn-lt"/>
          <a:ea typeface="+mn-ea"/>
          <a:cs typeface="+mn-cs"/>
        </a:defRPr>
      </a:lvl7pPr>
      <a:lvl8pPr marL="11572875" indent="-771525" algn="l" defTabSz="3086100" rtl="0" eaLnBrk="1" latinLnBrk="0" hangingPunct="1">
        <a:spcBef>
          <a:spcPct val="20000"/>
        </a:spcBef>
        <a:buFont typeface="Arial" panose="020B0604020202020204" pitchFamily="34" charset="0"/>
        <a:buChar char="•"/>
        <a:defRPr sz="6800" kern="1200">
          <a:solidFill>
            <a:schemeClr val="tx1"/>
          </a:solidFill>
          <a:latin typeface="+mn-lt"/>
          <a:ea typeface="+mn-ea"/>
          <a:cs typeface="+mn-cs"/>
        </a:defRPr>
      </a:lvl8pPr>
      <a:lvl9pPr marL="13115925" indent="-771525" algn="l" defTabSz="3086100" rtl="0" eaLnBrk="1" latinLnBrk="0" hangingPunct="1">
        <a:spcBef>
          <a:spcPct val="20000"/>
        </a:spcBef>
        <a:buFont typeface="Arial" panose="020B0604020202020204" pitchFamily="34" charset="0"/>
        <a:buChar char="•"/>
        <a:defRPr sz="6800" kern="1200">
          <a:solidFill>
            <a:schemeClr val="tx1"/>
          </a:solidFill>
          <a:latin typeface="+mn-lt"/>
          <a:ea typeface="+mn-ea"/>
          <a:cs typeface="+mn-cs"/>
        </a:defRPr>
      </a:lvl9pPr>
    </p:bodyStyle>
    <p:otherStyle>
      <a:defPPr>
        <a:defRPr lang="en-US"/>
      </a:defPPr>
      <a:lvl1pPr marL="0" algn="l" defTabSz="3086100" rtl="0" eaLnBrk="1" latinLnBrk="0" hangingPunct="1">
        <a:defRPr sz="6100" kern="1200">
          <a:solidFill>
            <a:schemeClr val="tx1"/>
          </a:solidFill>
          <a:latin typeface="+mn-lt"/>
          <a:ea typeface="+mn-ea"/>
          <a:cs typeface="+mn-cs"/>
        </a:defRPr>
      </a:lvl1pPr>
      <a:lvl2pPr marL="1543050" algn="l" defTabSz="3086100" rtl="0" eaLnBrk="1" latinLnBrk="0" hangingPunct="1">
        <a:defRPr sz="6100" kern="1200">
          <a:solidFill>
            <a:schemeClr val="tx1"/>
          </a:solidFill>
          <a:latin typeface="+mn-lt"/>
          <a:ea typeface="+mn-ea"/>
          <a:cs typeface="+mn-cs"/>
        </a:defRPr>
      </a:lvl2pPr>
      <a:lvl3pPr marL="3086100" algn="l" defTabSz="3086100" rtl="0" eaLnBrk="1" latinLnBrk="0" hangingPunct="1">
        <a:defRPr sz="6100" kern="1200">
          <a:solidFill>
            <a:schemeClr val="tx1"/>
          </a:solidFill>
          <a:latin typeface="+mn-lt"/>
          <a:ea typeface="+mn-ea"/>
          <a:cs typeface="+mn-cs"/>
        </a:defRPr>
      </a:lvl3pPr>
      <a:lvl4pPr marL="4629150" algn="l" defTabSz="3086100" rtl="0" eaLnBrk="1" latinLnBrk="0" hangingPunct="1">
        <a:defRPr sz="6100" kern="1200">
          <a:solidFill>
            <a:schemeClr val="tx1"/>
          </a:solidFill>
          <a:latin typeface="+mn-lt"/>
          <a:ea typeface="+mn-ea"/>
          <a:cs typeface="+mn-cs"/>
        </a:defRPr>
      </a:lvl4pPr>
      <a:lvl5pPr marL="6172200" algn="l" defTabSz="3086100" rtl="0" eaLnBrk="1" latinLnBrk="0" hangingPunct="1">
        <a:defRPr sz="6100" kern="1200">
          <a:solidFill>
            <a:schemeClr val="tx1"/>
          </a:solidFill>
          <a:latin typeface="+mn-lt"/>
          <a:ea typeface="+mn-ea"/>
          <a:cs typeface="+mn-cs"/>
        </a:defRPr>
      </a:lvl5pPr>
      <a:lvl6pPr marL="7715250" algn="l" defTabSz="3086100" rtl="0" eaLnBrk="1" latinLnBrk="0" hangingPunct="1">
        <a:defRPr sz="6100" kern="1200">
          <a:solidFill>
            <a:schemeClr val="tx1"/>
          </a:solidFill>
          <a:latin typeface="+mn-lt"/>
          <a:ea typeface="+mn-ea"/>
          <a:cs typeface="+mn-cs"/>
        </a:defRPr>
      </a:lvl6pPr>
      <a:lvl7pPr marL="9258300" algn="l" defTabSz="3086100" rtl="0" eaLnBrk="1" latinLnBrk="0" hangingPunct="1">
        <a:defRPr sz="6100" kern="1200">
          <a:solidFill>
            <a:schemeClr val="tx1"/>
          </a:solidFill>
          <a:latin typeface="+mn-lt"/>
          <a:ea typeface="+mn-ea"/>
          <a:cs typeface="+mn-cs"/>
        </a:defRPr>
      </a:lvl7pPr>
      <a:lvl8pPr marL="10801350" algn="l" defTabSz="3086100" rtl="0" eaLnBrk="1" latinLnBrk="0" hangingPunct="1">
        <a:defRPr sz="6100" kern="1200">
          <a:solidFill>
            <a:schemeClr val="tx1"/>
          </a:solidFill>
          <a:latin typeface="+mn-lt"/>
          <a:ea typeface="+mn-ea"/>
          <a:cs typeface="+mn-cs"/>
        </a:defRPr>
      </a:lvl8pPr>
      <a:lvl9pPr marL="12344400" algn="l" defTabSz="3086100" rtl="0" eaLnBrk="1" latinLnBrk="0" hangingPunct="1">
        <a:defRPr sz="6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0" y="2484501"/>
            <a:ext cx="21602700" cy="149554"/>
          </a:xfrm>
          <a:prstGeom prst="rect">
            <a:avLst/>
          </a:prstGeom>
          <a:solidFill>
            <a:schemeClr val="tx2">
              <a:lumMod val="7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294574" tIns="147287" rIns="294574" bIns="147287" numCol="1" rtlCol="0" anchor="t" anchorCtr="0" compatLnSpc="1"/>
          <a:lstStyle/>
          <a:p>
            <a:endParaRPr lang="en-US">
              <a:solidFill>
                <a:schemeClr val="tx1"/>
              </a:solidFill>
              <a:latin typeface="Arial" panose="020B0604020202020204" pitchFamily="34" charset="0"/>
            </a:endParaRPr>
          </a:p>
        </p:txBody>
      </p:sp>
      <p:pic>
        <p:nvPicPr>
          <p:cNvPr id="102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 y="31035673"/>
            <a:ext cx="21715413" cy="255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Footer Placeholder 1"/>
          <p:cNvSpPr>
            <a:spLocks noGrp="1"/>
          </p:cNvSpPr>
          <p:nvPr>
            <p:ph type="ftr" sz="quarter" idx="11"/>
          </p:nvPr>
        </p:nvSpPr>
        <p:spPr>
          <a:xfrm>
            <a:off x="540000" y="31251697"/>
            <a:ext cx="20519999" cy="880319"/>
          </a:xfrm>
        </p:spPr>
        <p:txBody>
          <a:bodyPr/>
          <a:lstStyle/>
          <a:p>
            <a:r>
              <a:rPr lang="en-US" sz="3200" dirty="0">
                <a:solidFill>
                  <a:schemeClr val="tx2">
                    <a:lumMod val="75000"/>
                  </a:schemeClr>
                </a:solidFill>
                <a:latin typeface="Times New Roman" panose="02020603050405020304" pitchFamily="18" charset="0"/>
                <a:cs typeface="Times New Roman" panose="02020603050405020304" pitchFamily="18" charset="0"/>
              </a:rPr>
              <a:t>Shanghai Jiao Tong University Global College</a:t>
            </a:r>
          </a:p>
        </p:txBody>
      </p:sp>
      <p:sp>
        <p:nvSpPr>
          <p:cNvPr id="18" name="TextBox 13"/>
          <p:cNvSpPr txBox="1"/>
          <p:nvPr/>
        </p:nvSpPr>
        <p:spPr>
          <a:xfrm>
            <a:off x="8004572" y="851066"/>
            <a:ext cx="13017303" cy="938719"/>
          </a:xfrm>
          <a:prstGeom prst="rect">
            <a:avLst/>
          </a:prstGeom>
          <a:solidFill>
            <a:schemeClr val="bg1"/>
          </a:solidFill>
        </p:spPr>
        <p:txBody>
          <a:bodyPr wrap="square">
            <a:spAutoFit/>
          </a:bodyPr>
          <a:lstStyle/>
          <a:p>
            <a:pPr algn="r" defTabSz="3060700" fontAlgn="auto">
              <a:spcBef>
                <a:spcPts val="0"/>
              </a:spcBef>
              <a:spcAft>
                <a:spcPts val="0"/>
              </a:spcAft>
              <a:tabLst>
                <a:tab pos="736600" algn="l"/>
              </a:tabLst>
              <a:defRPr/>
            </a:pPr>
            <a:r>
              <a:rPr lang="en-US" sz="5500" b="1" dirty="0">
                <a:solidFill>
                  <a:schemeClr val="tx2">
                    <a:lumMod val="75000"/>
                  </a:schemeClr>
                </a:solidFill>
                <a:latin typeface="Times New Roman" panose="02020603050405020304" pitchFamily="18" charset="0"/>
                <a:cs typeface="Times New Roman" panose="02020603050405020304" pitchFamily="18" charset="0"/>
              </a:rPr>
              <a:t>ENGR1000J • Introduction to Engineering</a:t>
            </a:r>
            <a:endParaRPr lang="en-US" altLang="zh-CN" sz="55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20" name="TextBox 3"/>
          <p:cNvSpPr>
            <a:spLocks noChangeArrowheads="1"/>
          </p:cNvSpPr>
          <p:nvPr/>
        </p:nvSpPr>
        <p:spPr bwMode="auto">
          <a:xfrm>
            <a:off x="598162" y="7436543"/>
            <a:ext cx="6480175" cy="23398163"/>
          </a:xfrm>
          <a:prstGeom prst="rect">
            <a:avLst/>
          </a:prstGeom>
          <a:solidFill>
            <a:schemeClr val="bg1"/>
          </a:solidFill>
          <a:ln w="25400" cmpd="sng">
            <a:solidFill>
              <a:srgbClr val="366092"/>
            </a:solidFill>
            <a:miter lim="800000"/>
          </a:ln>
        </p:spPr>
        <p:txBody>
          <a:bodyPr lIns="90170" tIns="90170" rIns="90170" bIns="90170"/>
          <a:lstStyle/>
          <a:p>
            <a:pPr algn="ctr"/>
            <a:r>
              <a:rPr lang="en-US" sz="4000" b="1" u="sng" dirty="0">
                <a:solidFill>
                  <a:srgbClr val="17365D"/>
                </a:solidFill>
                <a:latin typeface="Calibri" panose="020F0502020204030204" pitchFamily="34" charset="0"/>
                <a:sym typeface="Calibri" panose="020F0502020204030204" pitchFamily="34" charset="0"/>
              </a:rPr>
              <a:t>Problem Statement </a:t>
            </a:r>
          </a:p>
          <a:p>
            <a:pPr algn="ctr"/>
            <a:endParaRPr lang="zh-CN" altLang="en-US" sz="500" b="1" u="sng" dirty="0">
              <a:solidFill>
                <a:srgbClr val="17365D"/>
              </a:solidFill>
              <a:latin typeface="Calibri" panose="020F0502020204030204" pitchFamily="34" charset="0"/>
              <a:sym typeface="Calibri" panose="020F0502020204030204" pitchFamily="34" charset="0"/>
            </a:endParaRPr>
          </a:p>
          <a:p>
            <a:r>
              <a:rPr lang="en-US" altLang="zh-CN" sz="3200" dirty="0">
                <a:solidFill>
                  <a:srgbClr val="17375E"/>
                </a:solidFill>
                <a:latin typeface="Calibri" panose="020F0502020204030204" pitchFamily="34" charset="0"/>
                <a:sym typeface="Calibri" panose="020F0502020204030204" pitchFamily="34" charset="0"/>
              </a:rPr>
              <a:t>Libraries have long been plagued by two issues due to lighting system:</a:t>
            </a:r>
          </a:p>
          <a:p>
            <a:pPr marL="514350" indent="-514350">
              <a:buAutoNum type="arabicPeriod"/>
            </a:pPr>
            <a:r>
              <a:rPr lang="en-US" altLang="zh-CN" sz="3200" dirty="0">
                <a:solidFill>
                  <a:srgbClr val="17375E"/>
                </a:solidFill>
                <a:latin typeface="Calibri" panose="020F0502020204030204" pitchFamily="34" charset="0"/>
                <a:sym typeface="Calibri" panose="020F0502020204030204" pitchFamily="34" charset="0"/>
              </a:rPr>
              <a:t>Continuous lighting wastes energy and raises costs.</a:t>
            </a:r>
          </a:p>
          <a:p>
            <a:pPr marL="514350" indent="-514350">
              <a:buAutoNum type="arabicPeriod"/>
            </a:pPr>
            <a:r>
              <a:rPr lang="en-US" altLang="zh-CN" sz="3200" dirty="0">
                <a:solidFill>
                  <a:srgbClr val="17375E"/>
                </a:solidFill>
                <a:latin typeface="Calibri" panose="020F0502020204030204" pitchFamily="34" charset="0"/>
                <a:sym typeface="Calibri" panose="020F0502020204030204" pitchFamily="34" charset="0"/>
              </a:rPr>
              <a:t>The uneven light intensity from the sunshine often strains readers’ eyes around </a:t>
            </a:r>
            <a:r>
              <a:rPr lang="en-US" altLang="zh-CN" sz="3200" dirty="0" err="1">
                <a:solidFill>
                  <a:srgbClr val="17375E"/>
                </a:solidFill>
                <a:latin typeface="Calibri" panose="020F0502020204030204" pitchFamily="34" charset="0"/>
                <a:sym typeface="Calibri" panose="020F0502020204030204" pitchFamily="34" charset="0"/>
              </a:rPr>
              <a:t>noons</a:t>
            </a:r>
            <a:r>
              <a:rPr lang="en-US" altLang="zh-CN" sz="3200" dirty="0">
                <a:solidFill>
                  <a:srgbClr val="17375E"/>
                </a:solidFill>
                <a:latin typeface="Calibri" panose="020F0502020204030204" pitchFamily="34" charset="0"/>
                <a:sym typeface="Calibri" panose="020F0502020204030204" pitchFamily="34" charset="0"/>
              </a:rPr>
              <a:t>, which reduce study efficiency and increase the risk of eye diseases[1].</a:t>
            </a:r>
            <a:endParaRPr lang="zh-CN" altLang="en-US" sz="3200" dirty="0">
              <a:solidFill>
                <a:srgbClr val="17375E"/>
              </a:solidFill>
            </a:endParaRPr>
          </a:p>
          <a:p>
            <a:pPr algn="ctr"/>
            <a:r>
              <a:rPr lang="en-US" altLang="zh-CN" sz="4000" b="1" u="sng" dirty="0">
                <a:solidFill>
                  <a:srgbClr val="17365D"/>
                </a:solidFill>
                <a:latin typeface="Calibri" panose="020F0502020204030204" pitchFamily="34" charset="0"/>
                <a:sym typeface="Calibri" panose="020F0502020204030204" pitchFamily="34" charset="0"/>
              </a:rPr>
              <a:t>Concept Generation</a:t>
            </a:r>
            <a:endParaRPr lang="zh-CN" altLang="en-US" sz="4000" b="1" u="sng" dirty="0">
              <a:solidFill>
                <a:srgbClr val="17365D"/>
              </a:solidFill>
              <a:latin typeface="Calibri" panose="020F0502020204030204" pitchFamily="34" charset="0"/>
              <a:sym typeface="Calibri" panose="020F0502020204030204" pitchFamily="34" charset="0"/>
            </a:endParaRPr>
          </a:p>
          <a:p>
            <a:r>
              <a:rPr lang="en-US" altLang="zh-CN" sz="3200" dirty="0">
                <a:solidFill>
                  <a:srgbClr val="17375E"/>
                </a:solidFill>
                <a:latin typeface="Calibri" panose="020F0502020204030204" pitchFamily="34" charset="0"/>
                <a:sym typeface="Calibri" panose="020F0502020204030204" pitchFamily="34" charset="0"/>
              </a:rPr>
              <a:t>Our project aims at building an IoT-based library adaptive lighting environment system, integrating light sensors, motorized blinds and dimmable LED bulbs. The system shall automatically detect real-time light intensity, block glare by adjusting the blinds, and regulate LED brightness for consistency, thereby improving these issues.</a:t>
            </a:r>
            <a:endParaRPr lang="en-US" sz="3200" b="1" u="sng" dirty="0">
              <a:solidFill>
                <a:srgbClr val="17365D"/>
              </a:solidFill>
              <a:latin typeface="Calibri" panose="020F0502020204030204" pitchFamily="34" charset="0"/>
              <a:sym typeface="Calibri" panose="020F0502020204030204" pitchFamily="34" charset="0"/>
            </a:endParaRPr>
          </a:p>
          <a:p>
            <a:pPr algn="ctr"/>
            <a:r>
              <a:rPr lang="en-US" sz="4000" b="1" u="sng" dirty="0">
                <a:solidFill>
                  <a:srgbClr val="17365D"/>
                </a:solidFill>
                <a:latin typeface="Calibri" panose="020F0502020204030204" pitchFamily="34" charset="0"/>
                <a:sym typeface="Calibri" panose="020F0502020204030204" pitchFamily="34" charset="0"/>
              </a:rPr>
              <a:t>Design Description</a:t>
            </a:r>
          </a:p>
          <a:p>
            <a:pPr algn="ctr"/>
            <a:endParaRPr lang="zh-CN" altLang="en-US" sz="500" b="1" u="sng" dirty="0">
              <a:solidFill>
                <a:srgbClr val="17365D"/>
              </a:solidFill>
              <a:latin typeface="Calibri" panose="020F0502020204030204" pitchFamily="34" charset="0"/>
              <a:sym typeface="Calibri" panose="020F0502020204030204" pitchFamily="34" charset="0"/>
            </a:endParaRPr>
          </a:p>
          <a:p>
            <a:pPr algn="ctr"/>
            <a:endParaRPr lang="en-US" altLang="zh-CN" sz="32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r>
              <a:rPr lang="en-US" altLang="zh-CN" sz="2800" b="1" dirty="0">
                <a:solidFill>
                  <a:srgbClr val="17365D"/>
                </a:solidFill>
                <a:latin typeface="Calibri" panose="020F0502020204030204" pitchFamily="34" charset="0"/>
                <a:sym typeface="Calibri" panose="020F0502020204030204" pitchFamily="34" charset="0"/>
              </a:rPr>
              <a:t>Fig 1</a:t>
            </a:r>
            <a:r>
              <a:rPr lang="en-US" altLang="zh-CN" sz="2800" dirty="0">
                <a:solidFill>
                  <a:srgbClr val="17365D"/>
                </a:solidFill>
                <a:latin typeface="Calibri" panose="020F0502020204030204" pitchFamily="34" charset="0"/>
                <a:sym typeface="Calibri" panose="020F0502020204030204" pitchFamily="34" charset="0"/>
              </a:rPr>
              <a:t> The Structure of the System</a:t>
            </a:r>
          </a:p>
          <a:p>
            <a:pPr algn="ctr"/>
            <a:endParaRPr lang="en-US" altLang="zh-CN" sz="2800" dirty="0">
              <a:solidFill>
                <a:srgbClr val="17365D"/>
              </a:solidFill>
              <a:latin typeface="Calibri" panose="020F0502020204030204" pitchFamily="34" charset="0"/>
              <a:sym typeface="Calibri" panose="020F0502020204030204" pitchFamily="34" charset="0"/>
            </a:endParaRPr>
          </a:p>
          <a:p>
            <a:r>
              <a:rPr lang="en-US" sz="3200" dirty="0">
                <a:solidFill>
                  <a:srgbClr val="17365D"/>
                </a:solidFill>
                <a:latin typeface="Calibri" panose="020F0502020204030204" pitchFamily="34" charset="0"/>
                <a:sym typeface="Calibri" panose="020F0502020204030204" pitchFamily="34" charset="0"/>
              </a:rPr>
              <a:t>The system adopts a hardware-software integrated design to achieve adaptive lighting control. Hardware core components are labelled </a:t>
            </a:r>
            <a:r>
              <a:rPr lang="en-US" sz="3200" dirty="0" err="1">
                <a:solidFill>
                  <a:srgbClr val="17365D"/>
                </a:solidFill>
                <a:latin typeface="Calibri" panose="020F0502020204030204" pitchFamily="34" charset="0"/>
                <a:sym typeface="Calibri" panose="020F0502020204030204" pitchFamily="34" charset="0"/>
              </a:rPr>
              <a:t>detailedly</a:t>
            </a:r>
            <a:r>
              <a:rPr lang="en-US" sz="3200" dirty="0">
                <a:solidFill>
                  <a:srgbClr val="17365D"/>
                </a:solidFill>
                <a:latin typeface="Calibri" panose="020F0502020204030204" pitchFamily="34" charset="0"/>
                <a:sym typeface="Calibri" panose="020F0502020204030204" pitchFamily="34" charset="0"/>
              </a:rPr>
              <a:t> in Fig 1. The software processes real-time data collected by sensors, triggering corresponding responses: blocking glare via motor-controlled blinds, regulating LED brightness, and activating the system only when human presence is detected. Also, a touching screen is integrated to allow users manually adjust indoor lighting.</a:t>
            </a:r>
          </a:p>
          <a:p>
            <a:endParaRPr lang="en-US" sz="3200" dirty="0">
              <a:solidFill>
                <a:srgbClr val="17365D"/>
              </a:solidFill>
              <a:latin typeface="Calibri" panose="020F0502020204030204" pitchFamily="34" charset="0"/>
              <a:sym typeface="Calibri" panose="020F0502020204030204" pitchFamily="34" charset="0"/>
            </a:endParaRPr>
          </a:p>
          <a:p>
            <a:endParaRPr lang="en-US" sz="3200" dirty="0">
              <a:solidFill>
                <a:srgbClr val="17365D"/>
              </a:solidFill>
              <a:latin typeface="Calibri" panose="020F0502020204030204" pitchFamily="34" charset="0"/>
              <a:sym typeface="Calibri" panose="020F0502020204030204" pitchFamily="34" charset="0"/>
            </a:endParaRPr>
          </a:p>
          <a:p>
            <a:endParaRPr lang="en-US" sz="3200" dirty="0">
              <a:solidFill>
                <a:srgbClr val="17365D"/>
              </a:solidFill>
              <a:latin typeface="Calibri" panose="020F0502020204030204" pitchFamily="34" charset="0"/>
              <a:sym typeface="Calibri" panose="020F0502020204030204" pitchFamily="34" charset="0"/>
            </a:endParaRPr>
          </a:p>
          <a:p>
            <a:endParaRPr lang="en-US" sz="3200" dirty="0">
              <a:solidFill>
                <a:srgbClr val="17365D"/>
              </a:solidFill>
              <a:latin typeface="Calibri" panose="020F0502020204030204" pitchFamily="34" charset="0"/>
              <a:sym typeface="Calibri" panose="020F0502020204030204" pitchFamily="34" charset="0"/>
            </a:endParaRPr>
          </a:p>
          <a:p>
            <a:endParaRPr lang="en-US" sz="3200" dirty="0">
              <a:solidFill>
                <a:srgbClr val="17365D"/>
              </a:solidFill>
              <a:latin typeface="Calibri" panose="020F0502020204030204" pitchFamily="34" charset="0"/>
              <a:sym typeface="Calibri" panose="020F0502020204030204" pitchFamily="34" charset="0"/>
            </a:endParaRPr>
          </a:p>
          <a:p>
            <a:pPr algn="ctr"/>
            <a:endParaRPr lang="en-US" altLang="zh-CN" sz="3200" dirty="0">
              <a:solidFill>
                <a:srgbClr val="17365D"/>
              </a:solidFill>
              <a:latin typeface="Calibri" panose="020F0502020204030204" pitchFamily="34" charset="0"/>
              <a:sym typeface="Calibri" panose="020F0502020204030204" pitchFamily="34" charset="0"/>
            </a:endParaRPr>
          </a:p>
          <a:p>
            <a:pPr algn="ctr"/>
            <a:endParaRPr lang="en-US" altLang="zh-CN" sz="32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a:p>
            <a:pPr algn="ctr"/>
            <a:endParaRPr lang="en-US" altLang="zh-CN" sz="2800" b="1" dirty="0">
              <a:solidFill>
                <a:srgbClr val="17365D"/>
              </a:solidFill>
              <a:latin typeface="Calibri" panose="020F0502020204030204" pitchFamily="34" charset="0"/>
              <a:sym typeface="Calibri" panose="020F0502020204030204" pitchFamily="34" charset="0"/>
            </a:endParaRPr>
          </a:p>
        </p:txBody>
      </p:sp>
      <p:sp>
        <p:nvSpPr>
          <p:cNvPr id="22" name="TextBox 4"/>
          <p:cNvSpPr>
            <a:spLocks noChangeArrowheads="1"/>
          </p:cNvSpPr>
          <p:nvPr/>
        </p:nvSpPr>
        <p:spPr bwMode="auto">
          <a:xfrm>
            <a:off x="14504362" y="7436544"/>
            <a:ext cx="6488112" cy="23398162"/>
          </a:xfrm>
          <a:prstGeom prst="rect">
            <a:avLst/>
          </a:prstGeom>
          <a:solidFill>
            <a:schemeClr val="bg1"/>
          </a:solidFill>
          <a:ln w="25400" cmpd="sng">
            <a:solidFill>
              <a:srgbClr val="366092"/>
            </a:solidFill>
            <a:miter lim="800000"/>
          </a:ln>
        </p:spPr>
        <p:txBody>
          <a:bodyPr lIns="90170" tIns="90170" rIns="90170" bIns="90170"/>
          <a:lstStyle/>
          <a:p>
            <a:r>
              <a:rPr lang="en-US" altLang="zh-CN" sz="3200" dirty="0">
                <a:solidFill>
                  <a:srgbClr val="17375E"/>
                </a:solidFill>
                <a:latin typeface="Calibri" panose="020F0502020204030204" pitchFamily="34" charset="0"/>
                <a:sym typeface="Calibri" panose="020F0502020204030204" pitchFamily="34" charset="0"/>
              </a:rPr>
              <a:t>shading and LED dimming.</a:t>
            </a:r>
          </a:p>
          <a:p>
            <a:endParaRPr lang="en-US" sz="3200" b="1" u="sng" dirty="0">
              <a:solidFill>
                <a:srgbClr val="17365D"/>
              </a:solidFill>
              <a:latin typeface="Calibri" panose="020F0502020204030204" pitchFamily="34" charset="0"/>
              <a:sym typeface="Calibri" panose="020F0502020204030204" pitchFamily="34" charset="0"/>
            </a:endParaRPr>
          </a:p>
          <a:p>
            <a:pPr algn="ctr"/>
            <a:endParaRPr lang="en-US" sz="4000" b="1" u="sng" dirty="0">
              <a:solidFill>
                <a:srgbClr val="17365D"/>
              </a:solidFill>
              <a:latin typeface="Calibri" panose="020F0502020204030204" pitchFamily="34" charset="0"/>
              <a:sym typeface="Calibri" panose="020F0502020204030204" pitchFamily="34" charset="0"/>
            </a:endParaRPr>
          </a:p>
          <a:p>
            <a:pPr algn="ctr"/>
            <a:endParaRPr lang="en-US" sz="4000" b="1" u="sng" dirty="0">
              <a:solidFill>
                <a:srgbClr val="17365D"/>
              </a:solidFill>
              <a:latin typeface="Calibri" panose="020F0502020204030204" pitchFamily="34" charset="0"/>
              <a:sym typeface="Calibri" panose="020F0502020204030204" pitchFamily="34" charset="0"/>
            </a:endParaRPr>
          </a:p>
          <a:p>
            <a:pPr algn="ctr"/>
            <a:endParaRPr lang="en-US" sz="4000" b="1" u="sng" dirty="0">
              <a:solidFill>
                <a:srgbClr val="17365D"/>
              </a:solidFill>
              <a:latin typeface="Calibri" panose="020F0502020204030204" pitchFamily="34" charset="0"/>
              <a:sym typeface="Calibri" panose="020F0502020204030204" pitchFamily="34" charset="0"/>
            </a:endParaRPr>
          </a:p>
          <a:p>
            <a:pPr algn="ctr"/>
            <a:endParaRPr lang="en-US" sz="4000" b="1" u="sng" dirty="0">
              <a:solidFill>
                <a:srgbClr val="17365D"/>
              </a:solidFill>
              <a:latin typeface="Calibri" panose="020F0502020204030204" pitchFamily="34" charset="0"/>
              <a:sym typeface="Calibri" panose="020F0502020204030204" pitchFamily="34" charset="0"/>
            </a:endParaRPr>
          </a:p>
          <a:p>
            <a:pPr algn="ctr"/>
            <a:endParaRPr lang="en-US" sz="4000" b="1" u="sng" dirty="0">
              <a:solidFill>
                <a:srgbClr val="17365D"/>
              </a:solidFill>
              <a:latin typeface="Calibri" panose="020F0502020204030204" pitchFamily="34" charset="0"/>
              <a:sym typeface="Calibri" panose="020F0502020204030204" pitchFamily="34" charset="0"/>
            </a:endParaRPr>
          </a:p>
          <a:p>
            <a:pPr algn="ctr"/>
            <a:endParaRPr lang="en-US" sz="2800" b="1" dirty="0">
              <a:solidFill>
                <a:srgbClr val="17365D"/>
              </a:solidFill>
              <a:latin typeface="Calibri" panose="020F0502020204030204" pitchFamily="34" charset="0"/>
              <a:sym typeface="Calibri" panose="020F0502020204030204" pitchFamily="34" charset="0"/>
            </a:endParaRPr>
          </a:p>
          <a:p>
            <a:pPr algn="ctr"/>
            <a:endParaRPr lang="en-US" sz="2800" b="1" dirty="0">
              <a:solidFill>
                <a:srgbClr val="17365D"/>
              </a:solidFill>
              <a:latin typeface="Calibri" panose="020F0502020204030204" pitchFamily="34" charset="0"/>
              <a:sym typeface="Calibri" panose="020F0502020204030204" pitchFamily="34" charset="0"/>
            </a:endParaRPr>
          </a:p>
          <a:p>
            <a:pPr algn="ctr"/>
            <a:endParaRPr lang="en-US" sz="2800" b="1" dirty="0">
              <a:solidFill>
                <a:srgbClr val="17365D"/>
              </a:solidFill>
              <a:latin typeface="Calibri" panose="020F0502020204030204" pitchFamily="34" charset="0"/>
              <a:sym typeface="Calibri" panose="020F0502020204030204" pitchFamily="34" charset="0"/>
            </a:endParaRPr>
          </a:p>
          <a:p>
            <a:pPr algn="ctr"/>
            <a:r>
              <a:rPr lang="en-US" sz="2800" b="1" dirty="0">
                <a:solidFill>
                  <a:srgbClr val="17365D"/>
                </a:solidFill>
                <a:latin typeface="Calibri" panose="020F0502020204030204" pitchFamily="34" charset="0"/>
                <a:sym typeface="Calibri" panose="020F0502020204030204" pitchFamily="34" charset="0"/>
              </a:rPr>
              <a:t>Table 1</a:t>
            </a:r>
            <a:r>
              <a:rPr lang="en-US" sz="2800" dirty="0">
                <a:solidFill>
                  <a:srgbClr val="17365D"/>
                </a:solidFill>
                <a:latin typeface="Calibri" panose="020F0502020204030204" pitchFamily="34" charset="0"/>
                <a:sym typeface="Calibri" panose="020F0502020204030204" pitchFamily="34" charset="0"/>
              </a:rPr>
              <a:t> Adjustment Results</a:t>
            </a:r>
            <a:endParaRPr lang="en-US" sz="4000" b="1" u="sng" dirty="0">
              <a:solidFill>
                <a:srgbClr val="17365D"/>
              </a:solidFill>
              <a:latin typeface="Calibri" panose="020F0502020204030204" pitchFamily="34" charset="0"/>
              <a:sym typeface="Calibri" panose="020F0502020204030204" pitchFamily="34" charset="0"/>
            </a:endParaRPr>
          </a:p>
          <a:p>
            <a:pPr algn="ctr"/>
            <a:endParaRPr lang="en-US" sz="3200" dirty="0">
              <a:solidFill>
                <a:srgbClr val="17365D"/>
              </a:solidFill>
              <a:latin typeface="Calibri" panose="020F0502020204030204" pitchFamily="34" charset="0"/>
              <a:sym typeface="Calibri" panose="020F0502020204030204" pitchFamily="34" charset="0"/>
            </a:endParaRPr>
          </a:p>
          <a:p>
            <a:r>
              <a:rPr lang="en-US" sz="3200" dirty="0">
                <a:solidFill>
                  <a:srgbClr val="17365D"/>
                </a:solidFill>
                <a:latin typeface="Calibri" panose="020F0502020204030204" pitchFamily="34" charset="0"/>
                <a:sym typeface="Calibri" panose="020F0502020204030204" pitchFamily="34" charset="0"/>
              </a:rPr>
              <a:t>Conclusion:</a:t>
            </a:r>
          </a:p>
          <a:p>
            <a:pPr marL="457200" indent="-457200">
              <a:buFont typeface="Arial" panose="020B0604020202020204" pitchFamily="34" charset="0"/>
              <a:buChar char="•"/>
            </a:pPr>
            <a:r>
              <a:rPr lang="en-US" sz="3200" dirty="0">
                <a:solidFill>
                  <a:srgbClr val="17365D"/>
                </a:solidFill>
                <a:latin typeface="Calibri" panose="020F0502020204030204" pitchFamily="34" charset="0"/>
                <a:sym typeface="Calibri" panose="020F0502020204030204" pitchFamily="34" charset="0"/>
              </a:rPr>
              <a:t>Integrated UV sensor and photoresistor works. System auto-regulates for lighting.</a:t>
            </a:r>
          </a:p>
          <a:p>
            <a:pPr marL="457200" indent="-457200">
              <a:buFont typeface="Arial" panose="020B0604020202020204" pitchFamily="34" charset="0"/>
              <a:buChar char="•"/>
            </a:pPr>
            <a:r>
              <a:rPr lang="en-US" sz="3200" dirty="0">
                <a:solidFill>
                  <a:srgbClr val="17365D"/>
                </a:solidFill>
                <a:latin typeface="Calibri" panose="020F0502020204030204" pitchFamily="34" charset="0"/>
                <a:sym typeface="Calibri" panose="020F0502020204030204" pitchFamily="34" charset="0"/>
              </a:rPr>
              <a:t>Core functionality and energy savings are validated.</a:t>
            </a:r>
            <a:endParaRPr lang="en-US" sz="4000" b="1" u="sng" dirty="0">
              <a:solidFill>
                <a:srgbClr val="17365D"/>
              </a:solidFill>
              <a:latin typeface="Calibri" panose="020F0502020204030204" pitchFamily="34" charset="0"/>
              <a:sym typeface="Calibri" panose="020F0502020204030204" pitchFamily="34" charset="0"/>
            </a:endParaRPr>
          </a:p>
          <a:p>
            <a:pPr algn="ctr"/>
            <a:r>
              <a:rPr lang="en-US" sz="4000" b="1" u="sng" dirty="0">
                <a:solidFill>
                  <a:srgbClr val="17365D"/>
                </a:solidFill>
                <a:latin typeface="Calibri" panose="020F0502020204030204" pitchFamily="34" charset="0"/>
                <a:sym typeface="Calibri" panose="020F0502020204030204" pitchFamily="34" charset="0"/>
              </a:rPr>
              <a:t>Conclusion</a:t>
            </a:r>
          </a:p>
          <a:p>
            <a:r>
              <a:rPr lang="en-US" altLang="zh-CN" sz="3200" dirty="0" err="1">
                <a:solidFill>
                  <a:srgbClr val="17375E"/>
                </a:solidFill>
                <a:latin typeface="Calibri" panose="020F0502020204030204" pitchFamily="34" charset="0"/>
                <a:sym typeface="Calibri" panose="020F0502020204030204" pitchFamily="34" charset="0"/>
              </a:rPr>
              <a:t>Lighbrary</a:t>
            </a:r>
            <a:r>
              <a:rPr lang="en-US" altLang="zh-CN" sz="3200" dirty="0">
                <a:solidFill>
                  <a:srgbClr val="17375E"/>
                </a:solidFill>
                <a:latin typeface="Calibri" panose="020F0502020204030204" pitchFamily="34" charset="0"/>
                <a:sym typeface="Calibri" panose="020F0502020204030204" pitchFamily="34" charset="0"/>
              </a:rPr>
              <a:t> presents the</a:t>
            </a:r>
            <a:r>
              <a:rPr lang="zh-CN" altLang="en-US" sz="3200" dirty="0">
                <a:solidFill>
                  <a:srgbClr val="17375E"/>
                </a:solidFill>
                <a:latin typeface="Calibri" panose="020F0502020204030204" pitchFamily="34" charset="0"/>
                <a:sym typeface="Calibri" panose="020F0502020204030204" pitchFamily="34" charset="0"/>
              </a:rPr>
              <a:t> </a:t>
            </a:r>
            <a:r>
              <a:rPr lang="en-US" altLang="zh-CN" sz="3200" dirty="0">
                <a:solidFill>
                  <a:srgbClr val="17375E"/>
                </a:solidFill>
                <a:latin typeface="Calibri" panose="020F0502020204030204" pitchFamily="34" charset="0"/>
                <a:sym typeface="Calibri" panose="020F0502020204030204" pitchFamily="34" charset="0"/>
              </a:rPr>
              <a:t>feasibility of an IoT-based adaptive lighting system that improves reading comfort and energy efficiency in libraries. </a:t>
            </a:r>
          </a:p>
          <a:p>
            <a:r>
              <a:rPr lang="en-US" altLang="zh-CN" sz="3200" dirty="0">
                <a:solidFill>
                  <a:srgbClr val="17375E"/>
                </a:solidFill>
                <a:latin typeface="Calibri" panose="020F0502020204030204" pitchFamily="34" charset="0"/>
                <a:sym typeface="Calibri" panose="020F0502020204030204" pitchFamily="34" charset="0"/>
              </a:rPr>
              <a:t>Key advantages include:</a:t>
            </a:r>
          </a:p>
          <a:p>
            <a:pPr marL="457200" indent="-457200">
              <a:buFont typeface="Arial" panose="020B0604020202020204" pitchFamily="34" charset="0"/>
              <a:buChar char="•"/>
            </a:pPr>
            <a:r>
              <a:rPr lang="en-US" altLang="zh-CN" sz="3200" dirty="0">
                <a:solidFill>
                  <a:srgbClr val="17375E"/>
                </a:solidFill>
                <a:latin typeface="Calibri" panose="020F0502020204030204" pitchFamily="34" charset="0"/>
                <a:sym typeface="Calibri" panose="020F0502020204030204" pitchFamily="34" charset="0"/>
              </a:rPr>
              <a:t>Automatic light regulation for consistent illumination</a:t>
            </a:r>
          </a:p>
          <a:p>
            <a:pPr marL="457200" indent="-457200">
              <a:buFont typeface="Arial" panose="020B0604020202020204" pitchFamily="34" charset="0"/>
              <a:buChar char="•"/>
            </a:pPr>
            <a:r>
              <a:rPr lang="en-US" altLang="zh-CN" sz="3200" dirty="0">
                <a:solidFill>
                  <a:srgbClr val="17375E"/>
                </a:solidFill>
                <a:latin typeface="Calibri" panose="020F0502020204030204" pitchFamily="34" charset="0"/>
                <a:sym typeface="Calibri" panose="020F0502020204030204" pitchFamily="34" charset="0"/>
              </a:rPr>
              <a:t>Energy savings via smart dimming and presence sensing</a:t>
            </a:r>
          </a:p>
          <a:p>
            <a:pPr marL="457200" indent="-457200">
              <a:buFont typeface="Arial" panose="020B0604020202020204" pitchFamily="34" charset="0"/>
              <a:buChar char="•"/>
            </a:pPr>
            <a:r>
              <a:rPr lang="en-US" altLang="zh-CN" sz="3200" dirty="0">
                <a:solidFill>
                  <a:srgbClr val="17375E"/>
                </a:solidFill>
                <a:latin typeface="Calibri" panose="020F0502020204030204" pitchFamily="34" charset="0"/>
                <a:sym typeface="Calibri" panose="020F0502020204030204" pitchFamily="34" charset="0"/>
              </a:rPr>
              <a:t>User-friendly automated and manual touchscreen control</a:t>
            </a:r>
          </a:p>
          <a:p>
            <a:r>
              <a:rPr lang="en-US" altLang="zh-CN" sz="3200" dirty="0">
                <a:solidFill>
                  <a:srgbClr val="17375E"/>
                </a:solidFill>
                <a:latin typeface="Calibri" panose="020F0502020204030204" pitchFamily="34" charset="0"/>
                <a:sym typeface="Calibri" panose="020F0502020204030204" pitchFamily="34" charset="0"/>
              </a:rPr>
              <a:t>Future efforts will focus on adding personalized brightness settings and optimizing performance across different weather conditions.</a:t>
            </a:r>
          </a:p>
          <a:p>
            <a:pPr algn="ctr"/>
            <a:r>
              <a:rPr lang="en-US" altLang="zh-CN" sz="4000" b="1" u="sng" dirty="0">
                <a:solidFill>
                  <a:srgbClr val="17365D"/>
                </a:solidFill>
                <a:latin typeface="Calibri" panose="020F0502020204030204" pitchFamily="34" charset="0"/>
                <a:sym typeface="Calibri" panose="020F0502020204030204" pitchFamily="34" charset="0"/>
              </a:rPr>
              <a:t>Acknowledgement</a:t>
            </a:r>
            <a:endParaRPr lang="en-US" altLang="zh-CN" sz="4400" b="1" u="sng" dirty="0">
              <a:solidFill>
                <a:srgbClr val="17365D"/>
              </a:solidFill>
              <a:latin typeface="Calibri" panose="020F0502020204030204" pitchFamily="34" charset="0"/>
              <a:sym typeface="Calibri" panose="020F0502020204030204" pitchFamily="34" charset="0"/>
            </a:endParaRPr>
          </a:p>
          <a:p>
            <a:r>
              <a:rPr lang="en-US" sz="2800" dirty="0">
                <a:solidFill>
                  <a:srgbClr val="17365D"/>
                </a:solidFill>
                <a:latin typeface="Calibri" panose="020F0502020204030204" pitchFamily="34" charset="0"/>
                <a:sym typeface="Calibri" panose="020F0502020204030204" pitchFamily="34" charset="0"/>
              </a:rPr>
              <a:t>We thank Prof.Pi, Prof.Wei and ENGR1000J TAs.  For more project information, please contact: idgnaukil@sjtu.edu.cn</a:t>
            </a:r>
            <a:endParaRPr lang="zh-CN" altLang="en-US" sz="2800" dirty="0">
              <a:solidFill>
                <a:srgbClr val="17365D"/>
              </a:solidFill>
              <a:latin typeface="Calibri" panose="020F0502020204030204" pitchFamily="34" charset="0"/>
              <a:sym typeface="Calibri" panose="020F0502020204030204" pitchFamily="34" charset="0"/>
            </a:endParaRPr>
          </a:p>
          <a:p>
            <a:pPr algn="ctr"/>
            <a:r>
              <a:rPr lang="en-US" altLang="zh-CN" sz="4000" b="1" dirty="0">
                <a:solidFill>
                  <a:schemeClr val="tx2"/>
                </a:solidFill>
                <a:latin typeface="Calibri" panose="020F0502020204030204" pitchFamily="34" charset="0"/>
                <a:sym typeface="Calibri" panose="020F0502020204030204" pitchFamily="34" charset="0"/>
              </a:rPr>
              <a:t> </a:t>
            </a:r>
            <a:r>
              <a:rPr lang="en-US" altLang="zh-CN" sz="4000" b="1" u="sng" dirty="0">
                <a:solidFill>
                  <a:srgbClr val="17365D"/>
                </a:solidFill>
                <a:latin typeface="Calibri" panose="020F0502020204030204" pitchFamily="34" charset="0"/>
                <a:sym typeface="Calibri" panose="020F0502020204030204" pitchFamily="34" charset="0"/>
              </a:rPr>
              <a:t>Reference</a:t>
            </a:r>
          </a:p>
          <a:p>
            <a:r>
              <a:rPr lang="en-US" sz="2800" dirty="0">
                <a:solidFill>
                  <a:srgbClr val="17365D"/>
                </a:solidFill>
                <a:latin typeface="Calibri" panose="020F0502020204030204" pitchFamily="34" charset="0"/>
                <a:sym typeface="Calibri" panose="020F0502020204030204" pitchFamily="34" charset="0"/>
              </a:rPr>
              <a:t>[1] R. Kurniawati, M. Mardji, and A. Kurniawan, "Effect of Light Intensity On Eye Fatigue," in Advances in Health Science Research (AHSR), vol. 7, Proc. 2nd Int. Conf. on Sports Sciences and Health 2018 (ICSSH 2018), 2018.</a:t>
            </a:r>
          </a:p>
          <a:p>
            <a:endParaRPr lang="en-US" altLang="zh-CN" sz="3200" dirty="0">
              <a:solidFill>
                <a:srgbClr val="17365D"/>
              </a:solidFill>
              <a:sym typeface="Calibri" panose="020F0502020204030204" pitchFamily="34" charset="0"/>
            </a:endParaRPr>
          </a:p>
          <a:p>
            <a:endParaRPr lang="zh-CN" altLang="en-US" sz="3200" dirty="0">
              <a:solidFill>
                <a:srgbClr val="000000"/>
              </a:solidFill>
              <a:latin typeface="宋体" panose="02010600030101010101" pitchFamily="2" charset="-122"/>
              <a:sym typeface="宋体" panose="02010600030101010101" pitchFamily="2" charset="-122"/>
            </a:endParaRPr>
          </a:p>
        </p:txBody>
      </p:sp>
      <p:sp>
        <p:nvSpPr>
          <p:cNvPr id="23" name="TextBox 5"/>
          <p:cNvSpPr>
            <a:spLocks noChangeArrowheads="1"/>
          </p:cNvSpPr>
          <p:nvPr/>
        </p:nvSpPr>
        <p:spPr bwMode="auto">
          <a:xfrm>
            <a:off x="7363460" y="7435850"/>
            <a:ext cx="6480175" cy="23398856"/>
          </a:xfrm>
          <a:prstGeom prst="rect">
            <a:avLst/>
          </a:prstGeom>
          <a:solidFill>
            <a:schemeClr val="bg1"/>
          </a:solidFill>
          <a:ln w="25400" cmpd="sng">
            <a:solidFill>
              <a:schemeClr val="tx2"/>
            </a:solidFill>
            <a:miter lim="800000"/>
          </a:ln>
        </p:spPr>
        <p:txBody>
          <a:bodyPr lIns="90170" tIns="90170" rIns="90170" bIns="90170"/>
          <a:lstStyle/>
          <a:p>
            <a:pPr algn="ctr"/>
            <a:endParaRPr lang="zh-CN" altLang="en-US" sz="4000" u="sng" dirty="0">
              <a:solidFill>
                <a:srgbClr val="17365D"/>
              </a:solidFill>
              <a:latin typeface="Calibri" panose="020F0502020204030204" pitchFamily="34" charset="0"/>
              <a:sym typeface="Calibri" panose="020F0502020204030204" pitchFamily="34" charset="0"/>
            </a:endParaRPr>
          </a:p>
          <a:p>
            <a:pPr algn="ctr"/>
            <a:endParaRPr lang="zh-CN" altLang="en-US" sz="4000" u="sng" dirty="0">
              <a:solidFill>
                <a:srgbClr val="17365D"/>
              </a:solidFill>
              <a:latin typeface="Calibri" panose="020F0502020204030204" pitchFamily="34" charset="0"/>
              <a:sym typeface="Calibri" panose="020F0502020204030204" pitchFamily="34" charset="0"/>
            </a:endParaRPr>
          </a:p>
          <a:p>
            <a:pPr algn="ctr"/>
            <a:endParaRPr lang="zh-CN" altLang="en-US" sz="4000" u="sng" dirty="0">
              <a:solidFill>
                <a:srgbClr val="17365D"/>
              </a:solidFill>
              <a:latin typeface="Calibri" panose="020F0502020204030204" pitchFamily="34" charset="0"/>
              <a:sym typeface="Calibri" panose="020F0502020204030204" pitchFamily="34" charset="0"/>
            </a:endParaRPr>
          </a:p>
          <a:p>
            <a:pPr algn="ctr"/>
            <a:endParaRPr lang="zh-CN" altLang="en-US" sz="3200" dirty="0">
              <a:solidFill>
                <a:srgbClr val="17365D"/>
              </a:solidFill>
              <a:latin typeface="Calibri" panose="020F0502020204030204" pitchFamily="34" charset="0"/>
              <a:sym typeface="Calibri" panose="020F0502020204030204" pitchFamily="34" charset="0"/>
            </a:endParaRPr>
          </a:p>
          <a:p>
            <a:pPr algn="ctr"/>
            <a:endParaRPr lang="en-US" sz="3200" dirty="0">
              <a:solidFill>
                <a:srgbClr val="17365D"/>
              </a:solidFill>
              <a:latin typeface="Calibri" panose="020F0502020204030204" pitchFamily="34" charset="0"/>
              <a:sym typeface="Calibri" panose="020F0502020204030204" pitchFamily="34" charset="0"/>
            </a:endParaRPr>
          </a:p>
          <a:p>
            <a:pPr algn="ctr"/>
            <a:endParaRPr lang="en-US" sz="3200" dirty="0">
              <a:solidFill>
                <a:srgbClr val="17365D"/>
              </a:solidFill>
              <a:latin typeface="Calibri" panose="020F0502020204030204" pitchFamily="34" charset="0"/>
              <a:sym typeface="Calibri" panose="020F0502020204030204" pitchFamily="34" charset="0"/>
            </a:endParaRPr>
          </a:p>
          <a:p>
            <a:pPr algn="ctr"/>
            <a:endParaRPr lang="en-US" sz="3200" dirty="0">
              <a:solidFill>
                <a:srgbClr val="17365D"/>
              </a:solidFill>
              <a:latin typeface="Calibri" panose="020F0502020204030204" pitchFamily="34" charset="0"/>
              <a:sym typeface="Calibri" panose="020F0502020204030204" pitchFamily="34" charset="0"/>
            </a:endParaRPr>
          </a:p>
          <a:p>
            <a:pPr algn="ctr"/>
            <a:endParaRPr lang="en-US" sz="2800" b="1" dirty="0">
              <a:solidFill>
                <a:srgbClr val="17365D"/>
              </a:solidFill>
              <a:latin typeface="Calibri" panose="020F0502020204030204" pitchFamily="34" charset="0"/>
              <a:sym typeface="Calibri" panose="020F0502020204030204" pitchFamily="34" charset="0"/>
            </a:endParaRPr>
          </a:p>
          <a:p>
            <a:pPr algn="ctr"/>
            <a:endParaRPr lang="en-US" sz="2800" b="1" dirty="0">
              <a:solidFill>
                <a:srgbClr val="17365D"/>
              </a:solidFill>
              <a:latin typeface="Calibri" panose="020F0502020204030204" pitchFamily="34" charset="0"/>
              <a:sym typeface="Calibri" panose="020F0502020204030204" pitchFamily="34" charset="0"/>
            </a:endParaRPr>
          </a:p>
          <a:p>
            <a:pPr algn="ctr"/>
            <a:r>
              <a:rPr lang="en-US" sz="2800" b="1">
                <a:solidFill>
                  <a:srgbClr val="17365D"/>
                </a:solidFill>
                <a:latin typeface="Calibri" panose="020F0502020204030204" pitchFamily="34" charset="0"/>
                <a:sym typeface="Calibri" panose="020F0502020204030204" pitchFamily="34" charset="0"/>
              </a:rPr>
              <a:t>Fig </a:t>
            </a:r>
            <a:r>
              <a:rPr lang="en-US" sz="2800" b="1" dirty="0">
                <a:solidFill>
                  <a:srgbClr val="17365D"/>
                </a:solidFill>
                <a:latin typeface="Calibri" panose="020F0502020204030204" pitchFamily="34" charset="0"/>
                <a:sym typeface="Calibri" panose="020F0502020204030204" pitchFamily="34" charset="0"/>
              </a:rPr>
              <a:t>2</a:t>
            </a:r>
            <a:r>
              <a:rPr lang="en-US" sz="2800" dirty="0">
                <a:solidFill>
                  <a:srgbClr val="17365D"/>
                </a:solidFill>
                <a:latin typeface="Calibri" panose="020F0502020204030204" pitchFamily="34" charset="0"/>
                <a:sym typeface="Calibri" panose="020F0502020204030204" pitchFamily="34" charset="0"/>
              </a:rPr>
              <a:t> The Whole Set-up System</a:t>
            </a:r>
            <a:endParaRPr lang="en-US" sz="4000" b="1" u="sng" dirty="0">
              <a:solidFill>
                <a:srgbClr val="17365D"/>
              </a:solidFill>
              <a:latin typeface="Calibri" panose="020F0502020204030204" pitchFamily="34" charset="0"/>
              <a:sym typeface="Calibri" panose="020F0502020204030204" pitchFamily="34" charset="0"/>
            </a:endParaRPr>
          </a:p>
          <a:p>
            <a:pPr algn="ctr"/>
            <a:endParaRPr lang="en-US" sz="3200" b="1" u="sng" dirty="0">
              <a:solidFill>
                <a:srgbClr val="17365D"/>
              </a:solidFill>
              <a:latin typeface="Calibri" panose="020F0502020204030204" pitchFamily="34" charset="0"/>
              <a:sym typeface="Calibri" panose="020F0502020204030204" pitchFamily="34" charset="0"/>
            </a:endParaRPr>
          </a:p>
          <a:p>
            <a:pPr algn="ctr"/>
            <a:r>
              <a:rPr lang="en-US" sz="4000" b="1" u="sng" dirty="0">
                <a:solidFill>
                  <a:srgbClr val="17365D"/>
                </a:solidFill>
                <a:latin typeface="Calibri" panose="020F0502020204030204" pitchFamily="34" charset="0"/>
                <a:sym typeface="Calibri" panose="020F0502020204030204" pitchFamily="34" charset="0"/>
              </a:rPr>
              <a:t>Modeling and Analysis</a:t>
            </a:r>
          </a:p>
          <a:p>
            <a:pPr algn="ctr"/>
            <a:endParaRPr lang="en-US" sz="800" b="1" u="sng" dirty="0">
              <a:solidFill>
                <a:srgbClr val="17365D"/>
              </a:solidFill>
              <a:latin typeface="Calibri" panose="020F0502020204030204" pitchFamily="34" charset="0"/>
              <a:sym typeface="Calibri" panose="020F0502020204030204" pitchFamily="34" charset="0"/>
            </a:endParaRPr>
          </a:p>
          <a:p>
            <a:endParaRPr lang="zh-CN" altLang="en-US" sz="3200" dirty="0">
              <a:solidFill>
                <a:srgbClr val="17365D"/>
              </a:solidFill>
              <a:latin typeface="Calibri" panose="020F0502020204030204" pitchFamily="34" charset="0"/>
              <a:sym typeface="Calibri" panose="020F0502020204030204" pitchFamily="34" charset="0"/>
            </a:endParaRPr>
          </a:p>
          <a:p>
            <a:endParaRPr lang="zh-CN" altLang="en-US" sz="3200" dirty="0">
              <a:solidFill>
                <a:srgbClr val="17365D"/>
              </a:solidFill>
              <a:latin typeface="Calibri" panose="020F0502020204030204" pitchFamily="34" charset="0"/>
              <a:sym typeface="Calibri" panose="020F0502020204030204" pitchFamily="34" charset="0"/>
            </a:endParaRPr>
          </a:p>
          <a:p>
            <a:endParaRPr lang="zh-CN" altLang="en-US" sz="3200" dirty="0">
              <a:solidFill>
                <a:srgbClr val="17365D"/>
              </a:solidFill>
              <a:latin typeface="Calibri" panose="020F0502020204030204" pitchFamily="34" charset="0"/>
              <a:sym typeface="Calibri" panose="020F0502020204030204" pitchFamily="34" charset="0"/>
            </a:endParaRPr>
          </a:p>
          <a:p>
            <a:endParaRPr lang="zh-CN" altLang="en-US" sz="3200" dirty="0">
              <a:solidFill>
                <a:srgbClr val="17365D"/>
              </a:solidFill>
              <a:latin typeface="Calibri" panose="020F0502020204030204" pitchFamily="34" charset="0"/>
              <a:sym typeface="Calibri" panose="020F0502020204030204" pitchFamily="34" charset="0"/>
            </a:endParaRPr>
          </a:p>
          <a:p>
            <a:endParaRPr lang="en-US" altLang="zh-CN" sz="2400" dirty="0">
              <a:solidFill>
                <a:srgbClr val="17365D"/>
              </a:solidFill>
              <a:latin typeface="Calibri" panose="020F0502020204030204" pitchFamily="34" charset="0"/>
              <a:sym typeface="Calibri" panose="020F0502020204030204" pitchFamily="34" charset="0"/>
            </a:endParaRPr>
          </a:p>
          <a:p>
            <a:endParaRPr lang="en-US" altLang="zh-CN" sz="2400" dirty="0">
              <a:solidFill>
                <a:srgbClr val="17365D"/>
              </a:solidFill>
              <a:latin typeface="Calibri" panose="020F0502020204030204" pitchFamily="34" charset="0"/>
              <a:sym typeface="Calibri" panose="020F0502020204030204" pitchFamily="34" charset="0"/>
            </a:endParaRPr>
          </a:p>
          <a:p>
            <a:endParaRPr lang="en-US" altLang="zh-CN" sz="2400" dirty="0">
              <a:solidFill>
                <a:srgbClr val="17365D"/>
              </a:solidFill>
              <a:latin typeface="Calibri" panose="020F0502020204030204" pitchFamily="34" charset="0"/>
              <a:sym typeface="Calibri" panose="020F0502020204030204" pitchFamily="34" charset="0"/>
            </a:endParaRPr>
          </a:p>
          <a:p>
            <a:endParaRPr lang="en-US" altLang="zh-CN" sz="2400" dirty="0">
              <a:solidFill>
                <a:srgbClr val="17365D"/>
              </a:solidFill>
              <a:latin typeface="Calibri" panose="020F0502020204030204" pitchFamily="34" charset="0"/>
              <a:sym typeface="Calibri" panose="020F0502020204030204" pitchFamily="34" charset="0"/>
            </a:endParaRPr>
          </a:p>
          <a:p>
            <a:endParaRPr lang="en-US" altLang="zh-CN" sz="2400" dirty="0">
              <a:solidFill>
                <a:srgbClr val="17365D"/>
              </a:solidFill>
              <a:latin typeface="Calibri" panose="020F0502020204030204" pitchFamily="34" charset="0"/>
              <a:sym typeface="Calibri" panose="020F0502020204030204" pitchFamily="34" charset="0"/>
            </a:endParaRPr>
          </a:p>
          <a:p>
            <a:endParaRPr lang="en-US" altLang="zh-CN" sz="2400" dirty="0">
              <a:solidFill>
                <a:srgbClr val="17365D"/>
              </a:solidFill>
              <a:latin typeface="Calibri" panose="020F0502020204030204" pitchFamily="34" charset="0"/>
              <a:sym typeface="Calibri" panose="020F0502020204030204" pitchFamily="34" charset="0"/>
            </a:endParaRPr>
          </a:p>
          <a:p>
            <a:endParaRPr lang="zh-CN" altLang="en-US" sz="2400" dirty="0">
              <a:solidFill>
                <a:srgbClr val="17365D"/>
              </a:solidFill>
              <a:latin typeface="Calibri" panose="020F0502020204030204" pitchFamily="34" charset="0"/>
              <a:sym typeface="Calibri" panose="020F0502020204030204" pitchFamily="34" charset="0"/>
            </a:endParaRPr>
          </a:p>
          <a:p>
            <a:pPr algn="ctr"/>
            <a:endParaRPr lang="en-US" altLang="zh-CN" sz="3200" dirty="0">
              <a:solidFill>
                <a:srgbClr val="17365D"/>
              </a:solidFill>
              <a:latin typeface="Calibri" panose="020F0502020204030204" pitchFamily="34" charset="0"/>
              <a:sym typeface="Calibri" panose="020F0502020204030204" pitchFamily="34" charset="0"/>
            </a:endParaRPr>
          </a:p>
          <a:p>
            <a:pPr algn="ctr"/>
            <a:endParaRPr lang="en-US" altLang="zh-CN" sz="3200" dirty="0">
              <a:solidFill>
                <a:srgbClr val="17365D"/>
              </a:solidFill>
              <a:latin typeface="Calibri" panose="020F0502020204030204" pitchFamily="34" charset="0"/>
              <a:sym typeface="Calibri" panose="020F0502020204030204" pitchFamily="34" charset="0"/>
            </a:endParaRPr>
          </a:p>
          <a:p>
            <a:pPr algn="ctr"/>
            <a:endParaRPr lang="en-US" altLang="zh-CN" sz="3200" dirty="0">
              <a:solidFill>
                <a:srgbClr val="17365D"/>
              </a:solidFill>
              <a:latin typeface="Calibri" panose="020F0502020204030204" pitchFamily="34" charset="0"/>
              <a:sym typeface="Calibri" panose="020F0502020204030204" pitchFamily="34" charset="0"/>
            </a:endParaRPr>
          </a:p>
          <a:p>
            <a:pPr algn="ctr"/>
            <a:endParaRPr lang="en-US" altLang="zh-CN" sz="4000" b="1" u="sng" dirty="0">
              <a:solidFill>
                <a:srgbClr val="17375E"/>
              </a:solidFill>
              <a:latin typeface="Calibri" panose="020F0502020204030204" pitchFamily="34" charset="0"/>
            </a:endParaRPr>
          </a:p>
          <a:p>
            <a:pPr algn="ctr"/>
            <a:endParaRPr lang="en-US" altLang="zh-CN" sz="4000" b="1" u="sng" dirty="0">
              <a:solidFill>
                <a:srgbClr val="17375E"/>
              </a:solidFill>
              <a:latin typeface="Calibri" panose="020F0502020204030204" pitchFamily="34" charset="0"/>
            </a:endParaRPr>
          </a:p>
          <a:p>
            <a:pPr algn="ctr"/>
            <a:endParaRPr lang="en-US" altLang="zh-CN" sz="4000" b="1" u="sng" dirty="0">
              <a:solidFill>
                <a:srgbClr val="17375E"/>
              </a:solidFill>
              <a:latin typeface="Calibri" panose="020F0502020204030204" pitchFamily="34" charset="0"/>
            </a:endParaRPr>
          </a:p>
          <a:p>
            <a:pPr algn="ctr"/>
            <a:endParaRPr lang="en-US" altLang="zh-CN" sz="4000" b="1" u="sng" dirty="0">
              <a:solidFill>
                <a:srgbClr val="17375E"/>
              </a:solidFill>
              <a:latin typeface="Calibri" panose="020F0502020204030204" pitchFamily="34" charset="0"/>
            </a:endParaRPr>
          </a:p>
          <a:p>
            <a:pPr algn="ctr"/>
            <a:endParaRPr lang="en-US" altLang="zh-CN" sz="4000" b="1" u="sng" dirty="0">
              <a:solidFill>
                <a:srgbClr val="17375E"/>
              </a:solidFill>
              <a:latin typeface="Calibri" panose="020F0502020204030204" pitchFamily="34" charset="0"/>
            </a:endParaRPr>
          </a:p>
          <a:p>
            <a:pPr algn="ctr"/>
            <a:endParaRPr lang="en-US" altLang="zh-CN" sz="2800" b="1" dirty="0">
              <a:solidFill>
                <a:srgbClr val="17375E"/>
              </a:solidFill>
              <a:latin typeface="Calibri" panose="020F0502020204030204" pitchFamily="34" charset="0"/>
            </a:endParaRPr>
          </a:p>
          <a:p>
            <a:pPr algn="ctr"/>
            <a:r>
              <a:rPr lang="en-US" altLang="zh-CN" sz="2800" b="1" dirty="0">
                <a:solidFill>
                  <a:srgbClr val="17375E"/>
                </a:solidFill>
                <a:latin typeface="Calibri" panose="020F0502020204030204" pitchFamily="34" charset="0"/>
              </a:rPr>
              <a:t>Fig 3 </a:t>
            </a:r>
            <a:r>
              <a:rPr lang="en-US" altLang="zh-CN" sz="2800" dirty="0">
                <a:solidFill>
                  <a:srgbClr val="17375E"/>
                </a:solidFill>
                <a:latin typeface="Calibri" panose="020F0502020204030204" pitchFamily="34" charset="0"/>
              </a:rPr>
              <a:t>The Flowchart of System’s Model</a:t>
            </a:r>
            <a:endParaRPr lang="en-US" altLang="zh-CN" sz="4000" b="1" u="sng" dirty="0">
              <a:solidFill>
                <a:srgbClr val="17375E"/>
              </a:solidFill>
              <a:latin typeface="Calibri" panose="020F0502020204030204" pitchFamily="34" charset="0"/>
            </a:endParaRPr>
          </a:p>
          <a:p>
            <a:pPr algn="ctr"/>
            <a:endParaRPr lang="en-US" altLang="zh-CN" sz="3200" dirty="0">
              <a:solidFill>
                <a:srgbClr val="17375E"/>
              </a:solidFill>
              <a:latin typeface="Calibri" panose="020F0502020204030204" pitchFamily="34" charset="0"/>
            </a:endParaRPr>
          </a:p>
          <a:p>
            <a:r>
              <a:rPr lang="en-US" altLang="zh-CN" sz="3200" dirty="0">
                <a:solidFill>
                  <a:srgbClr val="17375E"/>
                </a:solidFill>
                <a:latin typeface="Calibri" panose="020F0502020204030204" pitchFamily="34" charset="0"/>
              </a:rPr>
              <a:t>The whole system works as shown in Figure 3. By programming this control logic model into a feasible program and uploading it into the MCU, it is expected to realize its functions.</a:t>
            </a:r>
          </a:p>
          <a:p>
            <a:pPr algn="ctr"/>
            <a:r>
              <a:rPr lang="en-US" altLang="zh-CN" sz="4000" b="1" u="sng" dirty="0">
                <a:solidFill>
                  <a:srgbClr val="17375E"/>
                </a:solidFill>
                <a:latin typeface="Calibri" panose="020F0502020204030204" pitchFamily="34" charset="0"/>
              </a:rPr>
              <a:t>Validation</a:t>
            </a:r>
          </a:p>
          <a:p>
            <a:r>
              <a:rPr lang="en-US" altLang="zh-CN" sz="3200" dirty="0">
                <a:solidFill>
                  <a:srgbClr val="17375E"/>
                </a:solidFill>
                <a:latin typeface="Calibri" panose="020F0502020204030204" pitchFamily="34" charset="0"/>
                <a:sym typeface="Calibri" panose="020F0502020204030204" pitchFamily="34" charset="0"/>
              </a:rPr>
              <a:t>System hardware was deployed in a simulated library zone. An adjustable</a:t>
            </a:r>
          </a:p>
          <a:p>
            <a:r>
              <a:rPr lang="en-US" altLang="zh-CN" sz="3200" dirty="0">
                <a:solidFill>
                  <a:srgbClr val="17375E"/>
                </a:solidFill>
                <a:latin typeface="Calibri" panose="020F0502020204030204" pitchFamily="34" charset="0"/>
                <a:sym typeface="Calibri" panose="020F0502020204030204" pitchFamily="34" charset="0"/>
              </a:rPr>
              <a:t>light source (including UV-A) simulated natural sunlight variations. Target illuminance (500 lux) was set. Light/UV intensity was gradually increased to trigger automatic </a:t>
            </a:r>
          </a:p>
          <a:p>
            <a:pPr algn="ctr"/>
            <a:endParaRPr lang="en-US" altLang="zh-CN" sz="3200" dirty="0">
              <a:solidFill>
                <a:srgbClr val="17365D"/>
              </a:solidFill>
              <a:latin typeface="Calibri" panose="020F0502020204030204" pitchFamily="34" charset="0"/>
              <a:sym typeface="Calibri" panose="020F0502020204030204" pitchFamily="34" charset="0"/>
            </a:endParaRPr>
          </a:p>
          <a:p>
            <a:endParaRPr lang="zh-CN" altLang="en-US" sz="3200" dirty="0">
              <a:solidFill>
                <a:srgbClr val="000000"/>
              </a:solidFill>
              <a:latin typeface="Calibri" panose="020F0502020204030204" pitchFamily="34" charset="0"/>
              <a:sym typeface="Calibri" panose="020F0502020204030204" pitchFamily="34" charset="0"/>
            </a:endParaRPr>
          </a:p>
          <a:p>
            <a:r>
              <a:rPr lang="en-US" sz="3600" dirty="0">
                <a:solidFill>
                  <a:srgbClr val="000000"/>
                </a:solidFill>
                <a:latin typeface="Calibri" panose="020F0502020204030204" pitchFamily="34" charset="0"/>
                <a:sym typeface="Calibri" panose="020F0502020204030204" pitchFamily="34" charset="0"/>
              </a:rPr>
              <a:t> </a:t>
            </a:r>
            <a:endParaRPr lang="en-US" sz="3200" dirty="0">
              <a:solidFill>
                <a:srgbClr val="000000"/>
              </a:solidFill>
              <a:latin typeface="Calibri" panose="020F0502020204030204" pitchFamily="34" charset="0"/>
              <a:sym typeface="Calibri" panose="020F0502020204030204" pitchFamily="34" charset="0"/>
            </a:endParaRPr>
          </a:p>
        </p:txBody>
      </p:sp>
      <p:sp>
        <p:nvSpPr>
          <p:cNvPr id="28" name="文本框 27"/>
          <p:cNvSpPr txBox="1"/>
          <p:nvPr/>
        </p:nvSpPr>
        <p:spPr>
          <a:xfrm>
            <a:off x="6724894" y="3674106"/>
            <a:ext cx="13725528" cy="3314754"/>
          </a:xfrm>
          <a:prstGeom prst="rect">
            <a:avLst/>
          </a:prstGeom>
          <a:noFill/>
        </p:spPr>
        <p:txBody>
          <a:bodyPr wrap="square" rtlCol="0">
            <a:spAutoFit/>
          </a:bodyPr>
          <a:lstStyle/>
          <a:p>
            <a:pPr>
              <a:lnSpc>
                <a:spcPct val="150000"/>
              </a:lnSpc>
              <a:spcBef>
                <a:spcPct val="20000"/>
              </a:spcBef>
            </a:pPr>
            <a:r>
              <a:rPr lang="en-US" altLang="zh-CN" sz="5000" b="1" dirty="0" err="1">
                <a:solidFill>
                  <a:srgbClr val="17365D"/>
                </a:solidFill>
                <a:latin typeface="Calibri" panose="020F0502020204030204" pitchFamily="34" charset="0"/>
                <a:sym typeface="Calibri" panose="020F0502020204030204" pitchFamily="34" charset="0"/>
              </a:rPr>
              <a:t>Lighbrary</a:t>
            </a:r>
            <a:r>
              <a:rPr lang="en-US" altLang="zh-CN" sz="5000" b="1" dirty="0">
                <a:solidFill>
                  <a:srgbClr val="17365D"/>
                </a:solidFill>
                <a:latin typeface="Calibri" panose="020F0502020204030204" pitchFamily="34" charset="0"/>
                <a:sym typeface="Calibri" panose="020F0502020204030204" pitchFamily="34" charset="0"/>
              </a:rPr>
              <a:t> - </a:t>
            </a:r>
            <a:r>
              <a:rPr lang="en-US" altLang="zh-CN" sz="5000" b="1" dirty="0">
                <a:solidFill>
                  <a:srgbClr val="17365D"/>
                </a:solidFill>
                <a:latin typeface="+mj-lt"/>
                <a:ea typeface="微软雅黑" panose="020B0503020204020204" pitchFamily="34" charset="-122"/>
                <a:cs typeface="Arimo Bold" panose="020B0704020202020204"/>
                <a:sym typeface="Arimo Bold" panose="020B0704020202020204"/>
              </a:rPr>
              <a:t>Intelligent Lighting System For Libraries</a:t>
            </a:r>
            <a:endParaRPr lang="zh-CN" altLang="en-US" sz="5000" b="1" dirty="0">
              <a:solidFill>
                <a:srgbClr val="17365D"/>
              </a:solidFill>
              <a:latin typeface="+mj-lt"/>
              <a:sym typeface="Calibri" panose="020F0502020204030204" pitchFamily="34" charset="0"/>
            </a:endParaRPr>
          </a:p>
          <a:p>
            <a:pPr>
              <a:spcBef>
                <a:spcPct val="20000"/>
              </a:spcBef>
              <a:tabLst>
                <a:tab pos="3657600" algn="l"/>
              </a:tabLst>
            </a:pPr>
            <a:r>
              <a:rPr lang="en-US" altLang="zh-CN" sz="3400" b="1" dirty="0">
                <a:solidFill>
                  <a:srgbClr val="17365D"/>
                </a:solidFill>
                <a:latin typeface="+mj-lt"/>
                <a:sym typeface="Calibri" panose="020F0502020204030204" pitchFamily="34" charset="0"/>
              </a:rPr>
              <a:t>Instructors:  </a:t>
            </a:r>
            <a:r>
              <a:rPr lang="en-US" altLang="zh-CN" sz="3400" dirty="0">
                <a:solidFill>
                  <a:srgbClr val="17365D"/>
                </a:solidFill>
                <a:latin typeface="+mj-lt"/>
                <a:sym typeface="Calibri" panose="020F0502020204030204" pitchFamily="34" charset="0"/>
              </a:rPr>
              <a:t>Prof</a:t>
            </a:r>
            <a:r>
              <a:rPr lang="en-US" altLang="zh-CN" sz="3400" dirty="0">
                <a:solidFill>
                  <a:srgbClr val="17365D"/>
                </a:solidFill>
                <a:sym typeface="Calibri" panose="020F0502020204030204" pitchFamily="34" charset="0"/>
              </a:rPr>
              <a:t>. Yibo Pi, Prof. Irene Wei</a:t>
            </a:r>
          </a:p>
          <a:p>
            <a:pPr>
              <a:spcBef>
                <a:spcPct val="20000"/>
              </a:spcBef>
              <a:tabLst>
                <a:tab pos="3657600" algn="l"/>
              </a:tabLst>
            </a:pPr>
            <a:r>
              <a:rPr lang="en-US" altLang="zh-CN" sz="3400" b="1" dirty="0">
                <a:solidFill>
                  <a:srgbClr val="17365D"/>
                </a:solidFill>
                <a:latin typeface="+mj-lt"/>
                <a:sym typeface="Calibri" panose="020F0502020204030204" pitchFamily="34" charset="0"/>
              </a:rPr>
              <a:t>Team Members</a:t>
            </a:r>
            <a:r>
              <a:rPr lang="en-US" altLang="zh-CN" sz="3400" dirty="0">
                <a:solidFill>
                  <a:srgbClr val="000000"/>
                </a:solidFill>
                <a:latin typeface="+mj-lt"/>
                <a:sym typeface="Calibri" panose="020F0502020204030204" pitchFamily="34" charset="0"/>
              </a:rPr>
              <a:t>: </a:t>
            </a:r>
            <a:r>
              <a:rPr lang="en-US" altLang="zh-CN" sz="3400" dirty="0" err="1">
                <a:solidFill>
                  <a:schemeClr val="accent1">
                    <a:lumMod val="50000"/>
                  </a:schemeClr>
                </a:solidFill>
                <a:latin typeface="+mj-lt"/>
                <a:sym typeface="Calibri" panose="020F0502020204030204" pitchFamily="34" charset="0"/>
              </a:rPr>
              <a:t>Kuangdi</a:t>
            </a:r>
            <a:r>
              <a:rPr lang="en-US" altLang="zh-CN" sz="3400" dirty="0">
                <a:solidFill>
                  <a:schemeClr val="accent1">
                    <a:lumMod val="50000"/>
                  </a:schemeClr>
                </a:solidFill>
                <a:latin typeface="+mj-lt"/>
                <a:sym typeface="Calibri" panose="020F0502020204030204" pitchFamily="34" charset="0"/>
              </a:rPr>
              <a:t> Li, Shuhan Guo, </a:t>
            </a:r>
            <a:r>
              <a:rPr lang="en-US" altLang="zh-CN" sz="3400" dirty="0" err="1">
                <a:solidFill>
                  <a:schemeClr val="accent1">
                    <a:lumMod val="50000"/>
                  </a:schemeClr>
                </a:solidFill>
                <a:latin typeface="+mj-lt"/>
                <a:sym typeface="Calibri" panose="020F0502020204030204" pitchFamily="34" charset="0"/>
              </a:rPr>
              <a:t>Congyu</a:t>
            </a:r>
            <a:r>
              <a:rPr lang="en-US" altLang="zh-CN" sz="3400" dirty="0">
                <a:solidFill>
                  <a:schemeClr val="accent1">
                    <a:lumMod val="50000"/>
                  </a:schemeClr>
                </a:solidFill>
                <a:latin typeface="+mj-lt"/>
                <a:sym typeface="Calibri" panose="020F0502020204030204" pitchFamily="34" charset="0"/>
              </a:rPr>
              <a:t> Yang, </a:t>
            </a:r>
            <a:r>
              <a:rPr lang="en-US" altLang="zh-CN" sz="3400">
                <a:solidFill>
                  <a:schemeClr val="accent1">
                    <a:lumMod val="50000"/>
                  </a:schemeClr>
                </a:solidFill>
                <a:latin typeface="+mj-lt"/>
                <a:sym typeface="Calibri" panose="020F0502020204030204" pitchFamily="34" charset="0"/>
              </a:rPr>
              <a:t>Chen Liang</a:t>
            </a:r>
            <a:endParaRPr lang="zh-CN" altLang="en-US" sz="3400" dirty="0">
              <a:solidFill>
                <a:schemeClr val="accent1">
                  <a:lumMod val="50000"/>
                </a:schemeClr>
              </a:solidFill>
              <a:sym typeface="Calibri" panose="020F0502020204030204" pitchFamily="34" charset="0"/>
            </a:endParaRPr>
          </a:p>
          <a:p>
            <a:pPr>
              <a:spcBef>
                <a:spcPct val="20000"/>
              </a:spcBef>
              <a:tabLst>
                <a:tab pos="3657600" algn="l"/>
              </a:tabLst>
            </a:pPr>
            <a:endParaRPr lang="zh-CN" altLang="en-US" sz="4400" dirty="0">
              <a:solidFill>
                <a:srgbClr val="17365D"/>
              </a:solidFill>
              <a:latin typeface="+mj-lt"/>
              <a:sym typeface="Calibri" panose="020F0502020204030204" pitchFamily="34" charset="0"/>
            </a:endParaRPr>
          </a:p>
        </p:txBody>
      </p:sp>
      <p:sp>
        <p:nvSpPr>
          <p:cNvPr id="2" name="矩形 1"/>
          <p:cNvSpPr/>
          <p:nvPr/>
        </p:nvSpPr>
        <p:spPr>
          <a:xfrm>
            <a:off x="540000" y="2905742"/>
            <a:ext cx="20519999" cy="40841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卡通画&#10;&#10;AI 生成的内容可能不正确。"/>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440815" y="3921125"/>
            <a:ext cx="4639310" cy="2228850"/>
          </a:xfrm>
          <a:prstGeom prst="rect">
            <a:avLst/>
          </a:prstGeom>
        </p:spPr>
      </p:pic>
      <p:pic>
        <p:nvPicPr>
          <p:cNvPr id="9" name="图片 8" descr="文本, 信件&#10;&#10;AI 生成的内容可能不正确。"/>
          <p:cNvPicPr>
            <a:picLocks noChangeAspect="1"/>
          </p:cNvPicPr>
          <p:nvPr/>
        </p:nvPicPr>
        <p:blipFill>
          <a:blip r:embed="rId5" cstate="print">
            <a:extLst>
              <a:ext uri="{28A0092B-C50C-407E-A947-70E740481C1C}">
                <a14:useLocalDpi xmlns:a14="http://schemas.microsoft.com/office/drawing/2010/main" val="0"/>
              </a:ext>
            </a:extLst>
          </a:blip>
          <a:srcRect b="24019"/>
          <a:stretch>
            <a:fillRect/>
          </a:stretch>
        </p:blipFill>
        <p:spPr>
          <a:xfrm>
            <a:off x="8630243" y="7716605"/>
            <a:ext cx="3946608" cy="4104456"/>
          </a:xfrm>
          <a:prstGeom prst="rect">
            <a:avLst/>
          </a:prstGeom>
        </p:spPr>
      </p:pic>
      <p:pic>
        <p:nvPicPr>
          <p:cNvPr id="11" name="图片 10" descr="徽标&#10;&#10;AI 生成的内容可能不正确。"/>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4377" y="302329"/>
            <a:ext cx="7449590" cy="1848108"/>
          </a:xfrm>
          <a:prstGeom prst="rect">
            <a:avLst/>
          </a:prstGeom>
        </p:spPr>
      </p:pic>
      <p:pic>
        <p:nvPicPr>
          <p:cNvPr id="13" name="图片 12" descr="图示&#10;&#10;AI 生成的内容可能不正确。"/>
          <p:cNvPicPr>
            <a:picLocks noChangeAspect="1"/>
          </p:cNvPicPr>
          <p:nvPr/>
        </p:nvPicPr>
        <p:blipFill>
          <a:blip r:embed="rId7">
            <a:extLst>
              <a:ext uri="{28A0092B-C50C-407E-A947-70E740481C1C}">
                <a14:useLocalDpi xmlns:a14="http://schemas.microsoft.com/office/drawing/2010/main" val="0"/>
              </a:ext>
            </a:extLst>
          </a:blip>
          <a:srcRect l="4290" r="3221" b="19343"/>
          <a:stretch>
            <a:fillRect/>
          </a:stretch>
        </p:blipFill>
        <p:spPr>
          <a:xfrm>
            <a:off x="774883" y="18794313"/>
            <a:ext cx="6126732" cy="3960440"/>
          </a:xfrm>
          <a:prstGeom prst="rect">
            <a:avLst/>
          </a:prstGeom>
        </p:spPr>
      </p:pic>
      <p:graphicFrame>
        <p:nvGraphicFramePr>
          <p:cNvPr id="14" name="表格 13"/>
          <p:cNvGraphicFramePr>
            <a:graphicFrameLocks noGrp="1"/>
          </p:cNvGraphicFramePr>
          <p:nvPr>
            <p:extLst>
              <p:ext uri="{D42A27DB-BD31-4B8C-83A1-F6EECF244321}">
                <p14:modId xmlns:p14="http://schemas.microsoft.com/office/powerpoint/2010/main" val="4181906733"/>
              </p:ext>
            </p:extLst>
          </p:nvPr>
        </p:nvGraphicFramePr>
        <p:xfrm>
          <a:off x="15119772" y="8155313"/>
          <a:ext cx="5423336" cy="4338563"/>
        </p:xfrm>
        <a:graphic>
          <a:graphicData uri="http://schemas.openxmlformats.org/drawingml/2006/table">
            <a:tbl>
              <a:tblPr firstRow="1" bandRow="1">
                <a:tableStyleId>{2D5ABB26-0587-4C30-8999-92F81FD0307C}</a:tableStyleId>
              </a:tblPr>
              <a:tblGrid>
                <a:gridCol w="1355834">
                  <a:extLst>
                    <a:ext uri="{9D8B030D-6E8A-4147-A177-3AD203B41FA5}">
                      <a16:colId xmlns:a16="http://schemas.microsoft.com/office/drawing/2014/main" val="20000"/>
                    </a:ext>
                  </a:extLst>
                </a:gridCol>
                <a:gridCol w="1355834">
                  <a:extLst>
                    <a:ext uri="{9D8B030D-6E8A-4147-A177-3AD203B41FA5}">
                      <a16:colId xmlns:a16="http://schemas.microsoft.com/office/drawing/2014/main" val="20001"/>
                    </a:ext>
                  </a:extLst>
                </a:gridCol>
                <a:gridCol w="1355834">
                  <a:extLst>
                    <a:ext uri="{9D8B030D-6E8A-4147-A177-3AD203B41FA5}">
                      <a16:colId xmlns:a16="http://schemas.microsoft.com/office/drawing/2014/main" val="20002"/>
                    </a:ext>
                  </a:extLst>
                </a:gridCol>
                <a:gridCol w="1355834">
                  <a:extLst>
                    <a:ext uri="{9D8B030D-6E8A-4147-A177-3AD203B41FA5}">
                      <a16:colId xmlns:a16="http://schemas.microsoft.com/office/drawing/2014/main" val="20003"/>
                    </a:ext>
                  </a:extLst>
                </a:gridCol>
              </a:tblGrid>
              <a:tr h="993222">
                <a:tc>
                  <a:txBody>
                    <a:bodyPr/>
                    <a:lstStyle/>
                    <a:p>
                      <a:r>
                        <a:rPr lang="en-US" altLang="zh-CN" sz="2800" dirty="0">
                          <a:solidFill>
                            <a:srgbClr val="17365D"/>
                          </a:solidFill>
                          <a:latin typeface="+mj-lt"/>
                        </a:rPr>
                        <a:t>Initial UV</a:t>
                      </a:r>
                      <a:r>
                        <a:rPr lang="en-US" altLang="zh-CN" sz="2800" b="0" kern="1200" dirty="0">
                          <a:solidFill>
                            <a:srgbClr val="17365D"/>
                          </a:solidFill>
                          <a:effectLst/>
                          <a:latin typeface="+mj-lt"/>
                        </a:rPr>
                        <a:t>(µW/cm²)</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Blinds status</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Initial illuminance(lux)</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marR="0" lvl="0" indent="0" algn="l" defTabSz="3086100" rtl="0" eaLnBrk="1" fontAlgn="auto" latinLnBrk="0" hangingPunct="1">
                        <a:lnSpc>
                          <a:spcPct val="100000"/>
                        </a:lnSpc>
                        <a:spcBef>
                          <a:spcPts val="0"/>
                        </a:spcBef>
                        <a:spcAft>
                          <a:spcPts val="0"/>
                        </a:spcAft>
                        <a:buClrTx/>
                        <a:buSzTx/>
                        <a:buFontTx/>
                        <a:buNone/>
                        <a:defRPr/>
                      </a:pPr>
                      <a:r>
                        <a:rPr lang="en-US" altLang="zh-CN" sz="2800" dirty="0">
                          <a:solidFill>
                            <a:srgbClr val="17365D"/>
                          </a:solidFill>
                          <a:latin typeface="+mj-lt"/>
                        </a:rPr>
                        <a:t>Final illuminance(lux)</a:t>
                      </a:r>
                      <a:endParaRPr lang="zh-CN" altLang="en-US" sz="2800" dirty="0">
                        <a:solidFill>
                          <a:srgbClr val="17365D"/>
                        </a:solidFill>
                        <a:latin typeface="+mj-lt"/>
                      </a:endParaRPr>
                    </a:p>
                    <a:p>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0000"/>
                  </a:ext>
                </a:extLst>
              </a:tr>
              <a:tr h="632159">
                <a:tc>
                  <a:txBody>
                    <a:bodyPr/>
                    <a:lstStyle/>
                    <a:p>
                      <a:r>
                        <a:rPr lang="en-US" altLang="zh-CN" sz="2800" dirty="0">
                          <a:solidFill>
                            <a:srgbClr val="17365D"/>
                          </a:solidFill>
                          <a:latin typeface="+mj-lt"/>
                        </a:rPr>
                        <a:t>8</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open</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200</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476</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0001"/>
                  </a:ext>
                </a:extLst>
              </a:tr>
              <a:tr h="954042">
                <a:tc>
                  <a:txBody>
                    <a:bodyPr/>
                    <a:lstStyle/>
                    <a:p>
                      <a:r>
                        <a:rPr lang="en-US" altLang="zh-CN" sz="2800" dirty="0">
                          <a:solidFill>
                            <a:srgbClr val="17365D"/>
                          </a:solidFill>
                          <a:latin typeface="+mj-lt"/>
                        </a:rPr>
                        <a:t>50</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partly closed</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700</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545</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0002"/>
                  </a:ext>
                </a:extLst>
              </a:tr>
              <a:tr h="954042">
                <a:tc>
                  <a:txBody>
                    <a:bodyPr/>
                    <a:lstStyle/>
                    <a:p>
                      <a:r>
                        <a:rPr lang="en-US" altLang="zh-CN" sz="2800" dirty="0">
                          <a:solidFill>
                            <a:srgbClr val="17365D"/>
                          </a:solidFill>
                          <a:latin typeface="+mj-lt"/>
                        </a:rPr>
                        <a:t>85</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fully closed</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900</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r>
                        <a:rPr lang="en-US" altLang="zh-CN" sz="2800" dirty="0">
                          <a:solidFill>
                            <a:srgbClr val="17365D"/>
                          </a:solidFill>
                          <a:latin typeface="+mj-lt"/>
                        </a:rPr>
                        <a:t>562</a:t>
                      </a:r>
                      <a:endParaRPr lang="zh-CN" altLang="en-US" sz="2800" dirty="0">
                        <a:solidFill>
                          <a:srgbClr val="17365D"/>
                        </a:solidFill>
                        <a:latin typeface="+mj-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3" name="图片 2">
            <a:extLst>
              <a:ext uri="{FF2B5EF4-FFF2-40B4-BE49-F238E27FC236}">
                <a16:creationId xmlns:a16="http://schemas.microsoft.com/office/drawing/2014/main" id="{97862F29-C49D-8CB4-5163-3EE679D292B2}"/>
              </a:ext>
            </a:extLst>
          </p:cNvPr>
          <p:cNvPicPr>
            <a:picLocks noChangeAspect="1"/>
          </p:cNvPicPr>
          <p:nvPr/>
        </p:nvPicPr>
        <p:blipFill>
          <a:blip r:embed="rId8"/>
          <a:srcRect b="624"/>
          <a:stretch>
            <a:fillRect/>
          </a:stretch>
        </p:blipFill>
        <p:spPr>
          <a:xfrm>
            <a:off x="7477113" y="13825761"/>
            <a:ext cx="6252867" cy="907300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gt;&lt;/object&gt;&lt;/database&g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540</Words>
  <Application>Microsoft Office PowerPoint</Application>
  <PresentationFormat>自定义</PresentationFormat>
  <Paragraphs>119</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宋体</vt:lpstr>
      <vt:lpstr>Arial</vt:lpstr>
      <vt:lpstr>Calibri</vt:lpstr>
      <vt:lpstr>Times New Roman</vt:lpstr>
      <vt:lpstr>Office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Yuzhou Shen</dc:creator>
  <cp:lastModifiedBy>什么 曷</cp:lastModifiedBy>
  <cp:revision>341</cp:revision>
  <cp:lastPrinted>2016-11-22T04:20:00Z</cp:lastPrinted>
  <dcterms:created xsi:type="dcterms:W3CDTF">2011-11-28T03:13:00Z</dcterms:created>
  <dcterms:modified xsi:type="dcterms:W3CDTF">2025-12-09T15:45:25Z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5C8500CDD08B4811A2446D6A6909EDC6_13</vt:lpwstr>
  </property>
</Properties>
</file>